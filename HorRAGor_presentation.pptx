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HorRAGor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conversationnel de recommandation de films — pipeline RAG hybride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65376"/>
            <a:ext cx="41148" cy="886968"/>
          </a:xfrm>
          <a:prstGeom prst="rect">
            <a:avLst/>
          </a:prstGeom>
          <a:solidFill>
            <a:srgbClr val="FF4757"/>
          </a:solidFill>
          <a:ln/>
        </p:spPr>
      </p:sp>
      <p:pic>
        <p:nvPicPr>
          <p:cNvPr id="6" name="Image 0" descr="/home/claude/icons/bullsey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66544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975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63040" y="224942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Permettre à un utilisateur de dialoguer naturellement avec le catalogue (63 000+ films) pour obtenir des recommandations pertinentes, filtrées et justifiées.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0632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3099816"/>
            <a:ext cx="41148" cy="1527048"/>
          </a:xfrm>
          <a:prstGeom prst="rect">
            <a:avLst/>
          </a:prstGeom>
          <a:solidFill>
            <a:srgbClr val="FF4757"/>
          </a:solidFill>
          <a:ln/>
        </p:spPr>
      </p:sp>
      <p:pic>
        <p:nvPicPr>
          <p:cNvPr id="11" name="Image 1" descr="/home/claude/icons/random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461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4672" y="3675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Approche hybride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804672" y="396849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Pré-filtrage SQL (réalisateur, genre, année, score) puis recherche sémantique vectorielle FAISS sur le pool restreint.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319272" y="30632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006E">
              <a:alpha val="15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3319272" y="3099816"/>
            <a:ext cx="41148" cy="1527048"/>
          </a:xfrm>
          <a:prstGeom prst="rect">
            <a:avLst/>
          </a:prstGeom>
          <a:solidFill>
            <a:srgbClr val="FF006E"/>
          </a:solidFill>
          <a:ln/>
        </p:spPr>
      </p:sp>
      <p:pic>
        <p:nvPicPr>
          <p:cNvPr id="16" name="Image 2" descr="/home/claude/icons/brain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5304" y="32461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75304" y="3675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qualité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3575304" y="396849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nœud LangGraph valide chaque réponse générée et déclenche un ré-essai localisé si elle est jugée incomplète.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089904" y="30632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20" name="Shape 15"/>
          <p:cNvSpPr/>
          <p:nvPr/>
        </p:nvSpPr>
        <p:spPr>
          <a:xfrm>
            <a:off x="6089904" y="3099816"/>
            <a:ext cx="41148" cy="1527048"/>
          </a:xfrm>
          <a:prstGeom prst="rect">
            <a:avLst/>
          </a:prstGeom>
          <a:solidFill>
            <a:srgbClr val="FF4757"/>
          </a:solidFill>
          <a:ln/>
        </p:spPr>
      </p:sp>
      <p:pic>
        <p:nvPicPr>
          <p:cNvPr id="21" name="Image 3" descr="/home/claude/icons/layers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324612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45936" y="3675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souveraine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345936" y="396849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LangGraph + Supabase + Ollama (LLM local granite4.1) — aucune dépendance à une API LLM externe.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 l'agent (LangGraph)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Graphe d'exécution réel — routage conditionnel, recherche hybride, boucle de validation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143000" y="2834640"/>
            <a:ext cx="320040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697480" y="2788920"/>
            <a:ext cx="365760" cy="-1143000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697480" y="2880360"/>
            <a:ext cx="365760" cy="1143000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846320" y="1618488"/>
            <a:ext cx="365760" cy="1078992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846320" y="4050792"/>
            <a:ext cx="365760" cy="-1078992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829300" y="2606040"/>
            <a:ext cx="0" cy="-1453896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5829300" y="1152144"/>
            <a:ext cx="-1874520" cy="0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954780" y="1152144"/>
            <a:ext cx="0" cy="219456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829300" y="3063240"/>
            <a:ext cx="0" cy="1435608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5829300" y="4498848"/>
            <a:ext cx="-1874520" cy="0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3954780" y="4498848"/>
            <a:ext cx="0" cy="-201168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446520" y="2788920"/>
            <a:ext cx="411480" cy="-1143000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446520" y="2880360"/>
            <a:ext cx="411480" cy="1143000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89520" y="1828800"/>
            <a:ext cx="0" cy="201168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65760" y="2606040"/>
            <a:ext cx="777240" cy="457200"/>
          </a:xfrm>
          <a:prstGeom prst="roundRect">
            <a:avLst>
              <a:gd name="adj" fmla="val 50000"/>
            </a:avLst>
          </a:prstGeom>
          <a:solidFill>
            <a:srgbClr val="FF4757">
              <a:alpha val="22000"/>
            </a:srgbClr>
          </a:solidFill>
          <a:ln w="19050">
            <a:solidFill>
              <a:srgbClr val="FF475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6060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__start__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463040" y="260604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4757"/>
          </a:solidFill>
          <a:ln/>
          <a:effectLst>
            <a:outerShdw sx="100000" sy="100000" kx="0" ky="0" algn="bl" rotWithShape="0" blurRad="114300" dist="50800" dir="16200000">
              <a:srgbClr val="ff4757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463040" y="260604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title_router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063240" y="1371600"/>
            <a:ext cx="1783080" cy="457200"/>
          </a:xfrm>
          <a:prstGeom prst="roundRect">
            <a:avLst>
              <a:gd name="adj" fmla="val 16000"/>
            </a:avLst>
          </a:prstGeom>
          <a:solidFill>
            <a:srgbClr val="FF006E">
              <a:alpha val="22000"/>
            </a:srgbClr>
          </a:solidFill>
          <a:ln w="15240">
            <a:solidFill>
              <a:srgbClr val="FF00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63240" y="13716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direct_movie_detail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063240" y="3840480"/>
            <a:ext cx="1783080" cy="457200"/>
          </a:xfrm>
          <a:prstGeom prst="roundRect">
            <a:avLst>
              <a:gd name="adj" fmla="val 16000"/>
            </a:avLst>
          </a:prstGeom>
          <a:solidFill>
            <a:srgbClr val="FF006E">
              <a:alpha val="22000"/>
            </a:srgbClr>
          </a:solidFill>
          <a:ln w="15240">
            <a:solidFill>
              <a:srgbClr val="FF00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63240" y="3840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filter_and_search_hybrid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212080" y="260604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4757"/>
          </a:solidFill>
          <a:ln/>
          <a:effectLst>
            <a:outerShdw sx="100000" sy="100000" kx="0" ky="0" algn="bl" rotWithShape="0" blurRad="114300" dist="50800" dir="16200000">
              <a:srgbClr val="ff4757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212080" y="260604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validator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858000" y="1371600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FF006E">
              <a:alpha val="22000"/>
            </a:srgbClr>
          </a:solidFill>
          <a:ln w="15240">
            <a:solidFill>
              <a:srgbClr val="FF00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0" y="1371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wikipedia_enrich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58000" y="3840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4757">
              <a:alpha val="22000"/>
            </a:srgbClr>
          </a:solidFill>
          <a:ln w="19050">
            <a:solidFill>
              <a:srgbClr val="FF47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0" y="3840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__end__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411980" y="1033272"/>
            <a:ext cx="960120" cy="237744"/>
          </a:xfrm>
          <a:prstGeom prst="roundRect">
            <a:avLst>
              <a:gd name="adj" fmla="val 15385"/>
            </a:avLst>
          </a:prstGeom>
          <a:solidFill>
            <a:srgbClr val="000000">
              <a:alpha val="70000"/>
            </a:srgbClr>
          </a:solidFill>
          <a:ln w="6350">
            <a:solidFill>
              <a:srgbClr val="E8E4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11980" y="103327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E8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retry_direct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411980" y="4379976"/>
            <a:ext cx="960120" cy="237744"/>
          </a:xfrm>
          <a:prstGeom prst="roundRect">
            <a:avLst>
              <a:gd name="adj" fmla="val 15385"/>
            </a:avLst>
          </a:prstGeom>
          <a:solidFill>
            <a:srgbClr val="000000">
              <a:alpha val="70000"/>
            </a:srgbClr>
          </a:solidFill>
          <a:ln w="6350">
            <a:solidFill>
              <a:srgbClr val="E8E4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11980" y="437997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E8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retry_hybrid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172200" y="1970532"/>
            <a:ext cx="960120" cy="237744"/>
          </a:xfrm>
          <a:prstGeom prst="roundRect">
            <a:avLst>
              <a:gd name="adj" fmla="val 15385"/>
            </a:avLst>
          </a:prstGeom>
          <a:solidFill>
            <a:srgbClr val="000000">
              <a:alpha val="70000"/>
            </a:srgbClr>
          </a:solidFill>
          <a:ln w="6350">
            <a:solidFill>
              <a:srgbClr val="E8E4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197053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E8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enrich_with_wiki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172200" y="3461004"/>
            <a:ext cx="960120" cy="237744"/>
          </a:xfrm>
          <a:prstGeom prst="roundRect">
            <a:avLst>
              <a:gd name="adj" fmla="val 15385"/>
            </a:avLst>
          </a:prstGeom>
          <a:solidFill>
            <a:srgbClr val="000000">
              <a:alpha val="70000"/>
            </a:srgbClr>
          </a:solidFill>
          <a:ln w="6350">
            <a:solidFill>
              <a:srgbClr val="E8E4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346100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E8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go_to_end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57200" y="4828032"/>
            <a:ext cx="411480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470001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arête directe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286000" y="4828032"/>
            <a:ext cx="411480" cy="0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2743200" y="4700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routage conditionnel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HorRAGor — Présentation de projet</dc:title>
  <dc:subject>PptxGenJS Presentation</dc:subject>
  <dc:creator>HorRAGor</dc:creator>
  <cp:lastModifiedBy>HorRAGor</cp:lastModifiedBy>
  <cp:revision>1</cp:revision>
  <dcterms:created xsi:type="dcterms:W3CDTF">2026-07-05T08:40:31Z</dcterms:created>
  <dcterms:modified xsi:type="dcterms:W3CDTF">2026-07-05T08:40:31Z</dcterms:modified>
</cp:coreProperties>
</file>
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6" r:id="rId10"/>
  </p:sldIdLst>
  <p:sldSz cx="9144000" cy="5143500" type="screen16x9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26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2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08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194BA-069C-9A22-7038-71EEDB42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650B9-7936-9E34-0360-4AEFE97E5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60E0B-AE67-FDD0-2CAE-9C459E1AF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DF2FD-B42F-62A9-D4A2-73CDC53AB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29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A161-EFD4-04A7-3DEB-7CF862B9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916A6-F05D-2A0E-B305-2E66DC3B3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E8B55-30B3-AF26-91B6-0E89AD17C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7D315-A7B7-7B35-4783-9C50B6375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78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D4C8-0E54-DC00-8C0C-FE2067EA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5E16C-BB4D-21CC-FE7A-3656B6436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10B1E-4DAB-E8A8-A5B8-28C0165D0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3293D-6948-4AAF-1042-107F47E77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19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359B-E4FF-3CB1-08E2-EF19E0B7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B1414-4312-6688-4D09-198811A01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271F0-BD3F-1E68-13F7-666353CB5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65327-1DCD-226D-377F-A12AB1051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37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18D6-8633-3548-B5E1-399B5F63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9D441-08E3-BFF9-D177-5D11BCFFB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B7364-D476-A5F8-596F-575DB5241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74787-7F9D-A747-0F73-23DB0E316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E00E-5D31-95A7-12EA-6925B55F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82ACD-7445-454E-04F7-BE2A2019F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797DF-AC1E-F2D0-8AE1-2BCE0D7EB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DA75A-37B1-34DC-8CF2-E937E9019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55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2BF2-7535-12A1-005B-AEAFD32D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55AA5-06EF-1D8A-6D27-E44D2249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43E7C-850A-E2D3-827B-0AEF83926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ECEC8-F325-3055-6EA4-7A6E5C5AD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58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HorRAGor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conversationnel de recommandation de films — pipeline RAG hybride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F4757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865376"/>
            <a:ext cx="41148" cy="88696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bullsey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06654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24942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à un utilisateur de dialoguer naturellement avec le catalogue (63 000+ films) pour obtenir des recommandations pertinentes, filtrées et </a:t>
            </a:r>
            <a:r>
              <a:rPr lang="en-US" sz="1250" dirty="0" err="1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justifiées</a:t>
            </a:r>
            <a:r>
              <a:rPr lang="en-US" sz="12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4757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48640" y="3099816"/>
            <a:ext cx="41148" cy="152704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icons/random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246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hybride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04672" y="39684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Pré-filtrage SQL (réalisateur, genre, année, score) puis recherche sémantique vectorielle FAISS sur le pool restreint.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19272" y="30632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006E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3319272" y="3099816"/>
            <a:ext cx="41148" cy="1527048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04" y="3246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75304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qualité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75304" y="39684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nœud LangGraph valide chaque réponse générée et déclenche un ré-essai localisé si elle est jugée incomplète.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9904" y="30632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4757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089904" y="3099816"/>
            <a:ext cx="41148" cy="152704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icons/lay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246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45936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souveraine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45936" y="39684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 + Supabase + Ollama (LLM local granite4.1) — aucune dépendance à une API LLM externe.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</a:t>
            </a:r>
            <a:r>
              <a:rPr lang="en-US" sz="2400" b="1" dirty="0" err="1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l'agent</a:t>
            </a: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RAG (LangGraph)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d'exécution réel — routage conditionnel, recherche hybride, boucle de validation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43000" y="2834640"/>
            <a:ext cx="32004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 flipV="1">
            <a:off x="2697480" y="1536192"/>
            <a:ext cx="365760" cy="1252728"/>
          </a:xfrm>
          <a:prstGeom prst="line">
            <a:avLst/>
          </a:prstGeom>
          <a:noFill/>
          <a:ln w="17780">
            <a:solidFill>
              <a:srgbClr val="E8E4F0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697480" y="2880360"/>
            <a:ext cx="365760" cy="1143000"/>
          </a:xfrm>
          <a:prstGeom prst="line">
            <a:avLst/>
          </a:prstGeom>
          <a:noFill/>
          <a:ln w="17780">
            <a:solidFill>
              <a:srgbClr val="E8E4F0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846320" y="1618488"/>
            <a:ext cx="365760" cy="107899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 flipV="1">
            <a:off x="4846320" y="2834640"/>
            <a:ext cx="365760" cy="121615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829300" y="2606040"/>
            <a:ext cx="0" cy="0"/>
          </a:xfrm>
          <a:prstGeom prst="line">
            <a:avLst/>
          </a:prstGeom>
          <a:noFill/>
          <a:ln w="17780">
            <a:solidFill>
              <a:srgbClr val="E8E4F0"/>
            </a:solidFill>
            <a:prstDash val="dash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829300" y="1152144"/>
            <a:ext cx="0" cy="0"/>
          </a:xfrm>
          <a:prstGeom prst="line">
            <a:avLst/>
          </a:prstGeom>
          <a:noFill/>
          <a:ln w="17780">
            <a:solidFill>
              <a:srgbClr val="E8E4F0"/>
            </a:solidFill>
            <a:prstDash val="dash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829300" y="4498848"/>
            <a:ext cx="0" cy="0"/>
          </a:xfrm>
          <a:prstGeom prst="line">
            <a:avLst/>
          </a:prstGeom>
          <a:noFill/>
          <a:ln w="17780">
            <a:solidFill>
              <a:srgbClr val="E8E4F0"/>
            </a:solidFill>
            <a:prstDash val="dash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 flipV="1">
            <a:off x="6446520" y="1618488"/>
            <a:ext cx="411480" cy="1170432"/>
          </a:xfrm>
          <a:prstGeom prst="line">
            <a:avLst/>
          </a:prstGeom>
          <a:noFill/>
          <a:ln w="17780">
            <a:solidFill>
              <a:srgbClr val="E8E4F0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446520" y="2880360"/>
            <a:ext cx="411480" cy="1143000"/>
          </a:xfrm>
          <a:prstGeom prst="line">
            <a:avLst/>
          </a:prstGeom>
          <a:noFill/>
          <a:ln w="17780">
            <a:solidFill>
              <a:srgbClr val="E8E4F0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589520" y="1828800"/>
            <a:ext cx="0" cy="201168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FF4757">
              <a:alpha val="22000"/>
            </a:srgbClr>
          </a:solidFill>
          <a:ln w="1905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__start__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63040" y="2606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463040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title_router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63240" y="137160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F006E">
              <a:alpha val="22000"/>
            </a:srgbClr>
          </a:solidFill>
          <a:ln w="15240">
            <a:solidFill>
              <a:srgbClr val="FF00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06324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direct_movie_detail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63240" y="384048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F006E">
              <a:alpha val="22000"/>
            </a:srgbClr>
          </a:solidFill>
          <a:ln w="15240">
            <a:solidFill>
              <a:srgbClr val="FF00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063240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filter_and_search_hybrid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12080" y="2606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212080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006E">
              <a:alpha val="22000"/>
            </a:srgbClr>
          </a:solidFill>
          <a:ln w="15240">
            <a:solidFill>
              <a:srgbClr val="FF00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85800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wikipedia_enrich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0" y="3840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4757">
              <a:alpha val="22000"/>
            </a:srgbClr>
          </a:solidFill>
          <a:ln w="1905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85800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__end__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11980" y="1033272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000000">
              <a:alpha val="70000"/>
            </a:srgbClr>
          </a:solidFill>
          <a:ln w="6350">
            <a:solidFill>
              <a:srgbClr val="E8E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411980" y="10332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retry_direct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11980" y="4379976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000000">
              <a:alpha val="70000"/>
            </a:srgbClr>
          </a:solidFill>
          <a:ln w="6350">
            <a:solidFill>
              <a:srgbClr val="E8E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411980" y="43799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retry_hybrid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72200" y="1970532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000000">
              <a:alpha val="70000"/>
            </a:srgbClr>
          </a:solidFill>
          <a:ln w="6350">
            <a:solidFill>
              <a:srgbClr val="E8E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172200" y="197053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enrich_with_wiki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72200" y="3461004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000000">
              <a:alpha val="70000"/>
            </a:srgbClr>
          </a:solidFill>
          <a:ln w="6350">
            <a:solidFill>
              <a:srgbClr val="E8E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172200" y="34610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go_to_end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4828032"/>
            <a:ext cx="41148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914400" y="4700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arête directe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0" y="4828032"/>
            <a:ext cx="411480" cy="0"/>
          </a:xfrm>
          <a:prstGeom prst="line">
            <a:avLst/>
          </a:prstGeom>
          <a:noFill/>
          <a:ln w="17780">
            <a:solidFill>
              <a:srgbClr val="E8E4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743200" y="4700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conditionnel</a:t>
            </a:r>
            <a:endParaRPr lang="en-US" sz="900" dirty="0"/>
          </a:p>
        </p:txBody>
      </p:sp>
      <p:cxnSp>
        <p:nvCxnSpPr>
          <p:cNvPr id="45" name="Connecteur : en angle 44">
            <a:extLst>
              <a:ext uri="{FF2B5EF4-FFF2-40B4-BE49-F238E27FC236}">
                <a16:creationId xmlns:a16="http://schemas.microsoft.com/office/drawing/2014/main" id="{6FB773B3-2979-EA24-2CF2-200FF82786B3}"/>
              </a:ext>
            </a:extLst>
          </p:cNvPr>
          <p:cNvCxnSpPr>
            <a:stCxn id="26" idx="0"/>
            <a:endCxn id="33" idx="3"/>
          </p:cNvCxnSpPr>
          <p:nvPr/>
        </p:nvCxnSpPr>
        <p:spPr>
          <a:xfrm rot="16200000" flipV="1">
            <a:off x="4873752" y="1650492"/>
            <a:ext cx="1453896" cy="457200"/>
          </a:xfrm>
          <a:prstGeom prst="bentConnector2">
            <a:avLst/>
          </a:prstGeom>
          <a:noFill/>
          <a:ln w="17780">
            <a:solidFill>
              <a:srgbClr val="E8E4F0"/>
            </a:solidFill>
            <a:prstDash val="dash"/>
            <a:tailEnd type="triangle"/>
          </a:ln>
        </p:spPr>
      </p:cxn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3C4B0889-C8AE-3BB1-04CD-C521ADC0142E}"/>
              </a:ext>
            </a:extLst>
          </p:cNvPr>
          <p:cNvCxnSpPr>
            <a:stCxn id="33" idx="1"/>
            <a:endCxn id="23" idx="0"/>
          </p:cNvCxnSpPr>
          <p:nvPr/>
        </p:nvCxnSpPr>
        <p:spPr>
          <a:xfrm rot="10800000" flipV="1">
            <a:off x="3954780" y="1152144"/>
            <a:ext cx="457200" cy="219456"/>
          </a:xfrm>
          <a:prstGeom prst="bentConnector2">
            <a:avLst/>
          </a:prstGeom>
          <a:noFill/>
          <a:ln w="17780">
            <a:solidFill>
              <a:srgbClr val="E8E4F0"/>
            </a:solidFill>
            <a:prstDash val="dash"/>
            <a:tailEnd type="triangle"/>
          </a:ln>
        </p:spPr>
      </p:cxnSp>
      <p:cxnSp>
        <p:nvCxnSpPr>
          <p:cNvPr id="49" name="Connecteur : en angle 48">
            <a:extLst>
              <a:ext uri="{FF2B5EF4-FFF2-40B4-BE49-F238E27FC236}">
                <a16:creationId xmlns:a16="http://schemas.microsoft.com/office/drawing/2014/main" id="{C4614484-3804-0315-A2D9-91DEED630159}"/>
              </a:ext>
            </a:extLst>
          </p:cNvPr>
          <p:cNvCxnSpPr>
            <a:stCxn id="27" idx="2"/>
            <a:endCxn id="35" idx="3"/>
          </p:cNvCxnSpPr>
          <p:nvPr/>
        </p:nvCxnSpPr>
        <p:spPr>
          <a:xfrm rot="5400000">
            <a:off x="4882896" y="3552444"/>
            <a:ext cx="1435608" cy="457200"/>
          </a:xfrm>
          <a:prstGeom prst="bentConnector2">
            <a:avLst/>
          </a:prstGeom>
          <a:noFill/>
          <a:ln w="17780">
            <a:solidFill>
              <a:srgbClr val="E8E4F0"/>
            </a:solidFill>
            <a:prstDash val="dash"/>
            <a:tailEnd type="triangle"/>
          </a:ln>
        </p:spPr>
      </p:cxnSp>
      <p:cxnSp>
        <p:nvCxnSpPr>
          <p:cNvPr id="51" name="Connecteur : en angle 50">
            <a:extLst>
              <a:ext uri="{FF2B5EF4-FFF2-40B4-BE49-F238E27FC236}">
                <a16:creationId xmlns:a16="http://schemas.microsoft.com/office/drawing/2014/main" id="{9F7E212F-CE90-9EC0-A7A1-A6C4DF342F39}"/>
              </a:ext>
            </a:extLst>
          </p:cNvPr>
          <p:cNvCxnSpPr>
            <a:stCxn id="35" idx="1"/>
            <a:endCxn id="24" idx="2"/>
          </p:cNvCxnSpPr>
          <p:nvPr/>
        </p:nvCxnSpPr>
        <p:spPr>
          <a:xfrm rot="10800000">
            <a:off x="3954780" y="4297680"/>
            <a:ext cx="457200" cy="201168"/>
          </a:xfrm>
          <a:prstGeom prst="bentConnector2">
            <a:avLst/>
          </a:prstGeom>
          <a:noFill/>
          <a:ln w="17780">
            <a:solidFill>
              <a:srgbClr val="E8E4F0"/>
            </a:solidFill>
            <a:prstDash val="dash"/>
            <a:tailEnd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9E56B-70E7-668E-6626-CF70E496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290A00-2FF3-FDBE-927B-2A506651FE49}"/>
              </a:ext>
            </a:extLst>
          </p:cNvPr>
          <p:cNvSpPr/>
          <p:nvPr/>
        </p:nvSpPr>
        <p:spPr>
          <a:xfrm>
            <a:off x="45720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complete</a:t>
            </a:r>
            <a:endParaRPr lang="en-US" sz="2400" dirty="0"/>
          </a:p>
        </p:txBody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9B591BE6-9FAC-62DE-57BD-36624CE22187}"/>
              </a:ext>
            </a:extLst>
          </p:cNvPr>
          <p:cNvSpPr/>
          <p:nvPr/>
        </p:nvSpPr>
        <p:spPr>
          <a:xfrm>
            <a:off x="3954780" y="1108886"/>
            <a:ext cx="1234440" cy="297180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endParaRPr lang="fr-FR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80B5F856-E57A-A3E4-1818-0FF8097D8326}"/>
              </a:ext>
            </a:extLst>
          </p:cNvPr>
          <p:cNvSpPr/>
          <p:nvPr/>
        </p:nvSpPr>
        <p:spPr>
          <a:xfrm>
            <a:off x="1487657" y="1581883"/>
            <a:ext cx="1463039" cy="310896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– Film </a:t>
            </a:r>
            <a:endParaRPr lang="fr-FR" sz="1200" dirty="0"/>
          </a:p>
        </p:txBody>
      </p:sp>
      <p:cxnSp>
        <p:nvCxnSpPr>
          <p:cNvPr id="53" name="Connecteur : en angle 52">
            <a:extLst>
              <a:ext uri="{FF2B5EF4-FFF2-40B4-BE49-F238E27FC236}">
                <a16:creationId xmlns:a16="http://schemas.microsoft.com/office/drawing/2014/main" id="{6740A533-39D6-4FDE-BF1D-62BC60A23653}"/>
              </a:ext>
            </a:extLst>
          </p:cNvPr>
          <p:cNvCxnSpPr>
            <a:cxnSpLocks/>
            <a:stCxn id="12" idx="1"/>
            <a:endCxn id="44" idx="0"/>
          </p:cNvCxnSpPr>
          <p:nvPr/>
        </p:nvCxnSpPr>
        <p:spPr>
          <a:xfrm rot="10800000" flipV="1">
            <a:off x="2219178" y="1257475"/>
            <a:ext cx="1735603" cy="3244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hape 18">
            <a:extLst>
              <a:ext uri="{FF2B5EF4-FFF2-40B4-BE49-F238E27FC236}">
                <a16:creationId xmlns:a16="http://schemas.microsoft.com/office/drawing/2014/main" id="{EDC5DB51-ED04-F0B0-6035-77E6F51D4323}"/>
              </a:ext>
            </a:extLst>
          </p:cNvPr>
          <p:cNvSpPr/>
          <p:nvPr/>
        </p:nvSpPr>
        <p:spPr>
          <a:xfrm>
            <a:off x="5943600" y="1581884"/>
            <a:ext cx="1463040" cy="310896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Film</a:t>
            </a:r>
            <a:endParaRPr lang="fr-FR" sz="1200" dirty="0"/>
          </a:p>
        </p:txBody>
      </p:sp>
      <p:cxnSp>
        <p:nvCxnSpPr>
          <p:cNvPr id="58" name="Connecteur : en angle 57">
            <a:extLst>
              <a:ext uri="{FF2B5EF4-FFF2-40B4-BE49-F238E27FC236}">
                <a16:creationId xmlns:a16="http://schemas.microsoft.com/office/drawing/2014/main" id="{FA801FE9-421E-537A-35CB-7B05C06DE77E}"/>
              </a:ext>
            </a:extLst>
          </p:cNvPr>
          <p:cNvCxnSpPr>
            <a:cxnSpLocks/>
            <a:stCxn id="12" idx="3"/>
            <a:endCxn id="56" idx="0"/>
          </p:cNvCxnSpPr>
          <p:nvPr/>
        </p:nvCxnSpPr>
        <p:spPr>
          <a:xfrm>
            <a:off x="5189220" y="1257476"/>
            <a:ext cx="1485900" cy="3244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hape 18">
            <a:extLst>
              <a:ext uri="{FF2B5EF4-FFF2-40B4-BE49-F238E27FC236}">
                <a16:creationId xmlns:a16="http://schemas.microsoft.com/office/drawing/2014/main" id="{601C42F0-852F-2900-F2A3-306955BFBFD9}"/>
              </a:ext>
            </a:extLst>
          </p:cNvPr>
          <p:cNvSpPr/>
          <p:nvPr/>
        </p:nvSpPr>
        <p:spPr>
          <a:xfrm>
            <a:off x="491196" y="2702023"/>
            <a:ext cx="1234440" cy="310896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Film_Detail</a:t>
            </a:r>
            <a:endParaRPr lang="fr-FR" sz="1200" dirty="0"/>
          </a:p>
        </p:txBody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2037389C-6C3D-2236-C0B3-55CC5F98BDF6}"/>
              </a:ext>
            </a:extLst>
          </p:cNvPr>
          <p:cNvSpPr/>
          <p:nvPr/>
        </p:nvSpPr>
        <p:spPr>
          <a:xfrm>
            <a:off x="127780" y="2183101"/>
            <a:ext cx="1961272" cy="310896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Agent Direct Movie</a:t>
            </a:r>
            <a:endParaRPr lang="fr-FR" sz="1200" dirty="0"/>
          </a:p>
        </p:txBody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31544860-8492-4737-B008-8506164BADAF}"/>
              </a:ext>
            </a:extLst>
          </p:cNvPr>
          <p:cNvSpPr/>
          <p:nvPr/>
        </p:nvSpPr>
        <p:spPr>
          <a:xfrm>
            <a:off x="2302704" y="2183101"/>
            <a:ext cx="2092125" cy="310896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Agent </a:t>
            </a:r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Filtre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 et search</a:t>
            </a:r>
            <a:endParaRPr lang="fr-FR" sz="1200" dirty="0"/>
          </a:p>
        </p:txBody>
      </p:sp>
      <p:cxnSp>
        <p:nvCxnSpPr>
          <p:cNvPr id="73" name="Connecteur : en angle 72">
            <a:extLst>
              <a:ext uri="{FF2B5EF4-FFF2-40B4-BE49-F238E27FC236}">
                <a16:creationId xmlns:a16="http://schemas.microsoft.com/office/drawing/2014/main" id="{8D55DA0E-3CA2-959C-7454-3BA15849D504}"/>
              </a:ext>
            </a:extLst>
          </p:cNvPr>
          <p:cNvCxnSpPr>
            <a:cxnSpLocks/>
            <a:stCxn id="44" idx="2"/>
            <a:endCxn id="71" idx="0"/>
          </p:cNvCxnSpPr>
          <p:nvPr/>
        </p:nvCxnSpPr>
        <p:spPr>
          <a:xfrm rot="16200000" flipH="1">
            <a:off x="2638811" y="1473145"/>
            <a:ext cx="290322" cy="11295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 : en angle 74">
            <a:extLst>
              <a:ext uri="{FF2B5EF4-FFF2-40B4-BE49-F238E27FC236}">
                <a16:creationId xmlns:a16="http://schemas.microsoft.com/office/drawing/2014/main" id="{5E878505-EA4B-430E-DA2C-3D58DF16B00E}"/>
              </a:ext>
            </a:extLst>
          </p:cNvPr>
          <p:cNvCxnSpPr>
            <a:cxnSpLocks/>
            <a:stCxn id="44" idx="2"/>
            <a:endCxn id="69" idx="0"/>
          </p:cNvCxnSpPr>
          <p:nvPr/>
        </p:nvCxnSpPr>
        <p:spPr>
          <a:xfrm rot="5400000">
            <a:off x="1518636" y="1482560"/>
            <a:ext cx="290322" cy="11107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586CCE3A-4B5C-7B26-7A09-2661639FFF93}"/>
              </a:ext>
            </a:extLst>
          </p:cNvPr>
          <p:cNvCxnSpPr>
            <a:cxnSpLocks/>
            <a:stCxn id="69" idx="2"/>
            <a:endCxn id="60" idx="0"/>
          </p:cNvCxnSpPr>
          <p:nvPr/>
        </p:nvCxnSpPr>
        <p:spPr>
          <a:xfrm>
            <a:off x="1108416" y="2493997"/>
            <a:ext cx="0" cy="208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Shape 18">
            <a:extLst>
              <a:ext uri="{FF2B5EF4-FFF2-40B4-BE49-F238E27FC236}">
                <a16:creationId xmlns:a16="http://schemas.microsoft.com/office/drawing/2014/main" id="{82DCDEA1-FE76-8ACB-91B2-C3F5F9E53BB9}"/>
              </a:ext>
            </a:extLst>
          </p:cNvPr>
          <p:cNvSpPr/>
          <p:nvPr/>
        </p:nvSpPr>
        <p:spPr>
          <a:xfrm>
            <a:off x="2576586" y="2698975"/>
            <a:ext cx="1413510" cy="310896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Film_Detail</a:t>
            </a:r>
            <a:endParaRPr lang="fr-FR" sz="1200" dirty="0"/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EE50A6D0-24A4-F79C-5C81-E5C86D07C6BF}"/>
              </a:ext>
            </a:extLst>
          </p:cNvPr>
          <p:cNvCxnSpPr>
            <a:cxnSpLocks/>
            <a:stCxn id="71" idx="2"/>
            <a:endCxn id="80" idx="0"/>
          </p:cNvCxnSpPr>
          <p:nvPr/>
        </p:nvCxnSpPr>
        <p:spPr>
          <a:xfrm flipH="1">
            <a:off x="3283341" y="2493997"/>
            <a:ext cx="65426" cy="204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Shape 18">
            <a:extLst>
              <a:ext uri="{FF2B5EF4-FFF2-40B4-BE49-F238E27FC236}">
                <a16:creationId xmlns:a16="http://schemas.microsoft.com/office/drawing/2014/main" id="{597FEB4B-E6A4-1684-C94F-1FC9553DD09F}"/>
              </a:ext>
            </a:extLst>
          </p:cNvPr>
          <p:cNvSpPr/>
          <p:nvPr/>
        </p:nvSpPr>
        <p:spPr>
          <a:xfrm>
            <a:off x="1213921" y="4013660"/>
            <a:ext cx="1961272" cy="498172"/>
          </a:xfrm>
          <a:prstGeom prst="roundRect">
            <a:avLst>
              <a:gd name="adj" fmla="val 16000"/>
            </a:avLst>
          </a:prstGeom>
          <a:solidFill>
            <a:schemeClr val="accent1">
              <a:lumMod val="75000"/>
            </a:schemeClr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Langmem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 : </a:t>
            </a:r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Film_Detail</a:t>
            </a:r>
            <a:endParaRPr lang="fr-FR" sz="1200" dirty="0"/>
          </a:p>
        </p:txBody>
      </p:sp>
      <p:cxnSp>
        <p:nvCxnSpPr>
          <p:cNvPr id="89" name="Connecteur : en angle 88">
            <a:extLst>
              <a:ext uri="{FF2B5EF4-FFF2-40B4-BE49-F238E27FC236}">
                <a16:creationId xmlns:a16="http://schemas.microsoft.com/office/drawing/2014/main" id="{F9C6619A-563F-D481-1D2F-86E4017999EB}"/>
              </a:ext>
            </a:extLst>
          </p:cNvPr>
          <p:cNvCxnSpPr>
            <a:cxnSpLocks/>
            <a:stCxn id="80" idx="2"/>
            <a:endCxn id="124" idx="3"/>
          </p:cNvCxnSpPr>
          <p:nvPr/>
        </p:nvCxnSpPr>
        <p:spPr>
          <a:xfrm rot="5400000">
            <a:off x="2976087" y="3212863"/>
            <a:ext cx="510247" cy="1042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 : en angle 90">
            <a:extLst>
              <a:ext uri="{FF2B5EF4-FFF2-40B4-BE49-F238E27FC236}">
                <a16:creationId xmlns:a16="http://schemas.microsoft.com/office/drawing/2014/main" id="{5F5E4D9F-ED7E-2326-87A0-1714D446203E}"/>
              </a:ext>
            </a:extLst>
          </p:cNvPr>
          <p:cNvCxnSpPr>
            <a:cxnSpLocks/>
            <a:stCxn id="60" idx="2"/>
            <a:endCxn id="124" idx="1"/>
          </p:cNvCxnSpPr>
          <p:nvPr/>
        </p:nvCxnSpPr>
        <p:spPr>
          <a:xfrm rot="16200000" flipH="1">
            <a:off x="909512" y="3211822"/>
            <a:ext cx="507199" cy="1093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Shape 18">
            <a:extLst>
              <a:ext uri="{FF2B5EF4-FFF2-40B4-BE49-F238E27FC236}">
                <a16:creationId xmlns:a16="http://schemas.microsoft.com/office/drawing/2014/main" id="{A2348763-AD6D-5745-21C4-FA9F2EBEB0E4}"/>
              </a:ext>
            </a:extLst>
          </p:cNvPr>
          <p:cNvSpPr/>
          <p:nvPr/>
        </p:nvSpPr>
        <p:spPr>
          <a:xfrm>
            <a:off x="5694484" y="2187497"/>
            <a:ext cx="1961272" cy="300610"/>
          </a:xfrm>
          <a:prstGeom prst="roundRect">
            <a:avLst>
              <a:gd name="adj" fmla="val 16000"/>
            </a:avLst>
          </a:prstGeom>
          <a:solidFill>
            <a:schemeClr val="accent1">
              <a:lumMod val="75000"/>
            </a:schemeClr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Recup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Film_Detail</a:t>
            </a:r>
            <a:endParaRPr lang="fr-FR" sz="1200" dirty="0"/>
          </a:p>
        </p:txBody>
      </p: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12E2345B-3D9D-649A-D7CB-9F532B519196}"/>
              </a:ext>
            </a:extLst>
          </p:cNvPr>
          <p:cNvCxnSpPr>
            <a:stCxn id="56" idx="2"/>
            <a:endCxn id="95" idx="0"/>
          </p:cNvCxnSpPr>
          <p:nvPr/>
        </p:nvCxnSpPr>
        <p:spPr>
          <a:xfrm>
            <a:off x="6675120" y="1892780"/>
            <a:ext cx="0" cy="294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Shape 18">
            <a:extLst>
              <a:ext uri="{FF2B5EF4-FFF2-40B4-BE49-F238E27FC236}">
                <a16:creationId xmlns:a16="http://schemas.microsoft.com/office/drawing/2014/main" id="{EB7AD1F8-88F5-4912-8305-3920AA2F9F4A}"/>
              </a:ext>
            </a:extLst>
          </p:cNvPr>
          <p:cNvSpPr/>
          <p:nvPr/>
        </p:nvSpPr>
        <p:spPr>
          <a:xfrm>
            <a:off x="4644537" y="3350633"/>
            <a:ext cx="1628921" cy="498172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Agent narration</a:t>
            </a:r>
            <a:endParaRPr lang="fr-FR" sz="1200" dirty="0"/>
          </a:p>
        </p:txBody>
      </p:sp>
      <p:sp>
        <p:nvSpPr>
          <p:cNvPr id="101" name="Shape 18">
            <a:extLst>
              <a:ext uri="{FF2B5EF4-FFF2-40B4-BE49-F238E27FC236}">
                <a16:creationId xmlns:a16="http://schemas.microsoft.com/office/drawing/2014/main" id="{1213554C-4188-971A-8C12-993E9A862EE5}"/>
              </a:ext>
            </a:extLst>
          </p:cNvPr>
          <p:cNvSpPr/>
          <p:nvPr/>
        </p:nvSpPr>
        <p:spPr>
          <a:xfrm>
            <a:off x="7022415" y="2779776"/>
            <a:ext cx="1541584" cy="310896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Recherche</a:t>
            </a:r>
            <a:endParaRPr lang="fr-FR" sz="1200" dirty="0"/>
          </a:p>
        </p:txBody>
      </p:sp>
      <p:cxnSp>
        <p:nvCxnSpPr>
          <p:cNvPr id="103" name="Connecteur : en angle 102">
            <a:extLst>
              <a:ext uri="{FF2B5EF4-FFF2-40B4-BE49-F238E27FC236}">
                <a16:creationId xmlns:a16="http://schemas.microsoft.com/office/drawing/2014/main" id="{0F4BF54C-8D02-21F8-65C8-8FAC97BFDFBA}"/>
              </a:ext>
            </a:extLst>
          </p:cNvPr>
          <p:cNvCxnSpPr>
            <a:cxnSpLocks/>
            <a:stCxn id="95" idx="1"/>
            <a:endCxn id="99" idx="0"/>
          </p:cNvCxnSpPr>
          <p:nvPr/>
        </p:nvCxnSpPr>
        <p:spPr>
          <a:xfrm rot="10800000" flipV="1">
            <a:off x="5458998" y="2337801"/>
            <a:ext cx="235486" cy="10128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 : en angle 104">
            <a:extLst>
              <a:ext uri="{FF2B5EF4-FFF2-40B4-BE49-F238E27FC236}">
                <a16:creationId xmlns:a16="http://schemas.microsoft.com/office/drawing/2014/main" id="{4188378B-DBD5-9649-8A6D-F3D7BA219D30}"/>
              </a:ext>
            </a:extLst>
          </p:cNvPr>
          <p:cNvCxnSpPr>
            <a:cxnSpLocks/>
            <a:stCxn id="95" idx="3"/>
            <a:endCxn id="101" idx="0"/>
          </p:cNvCxnSpPr>
          <p:nvPr/>
        </p:nvCxnSpPr>
        <p:spPr>
          <a:xfrm>
            <a:off x="7655756" y="2337802"/>
            <a:ext cx="137451" cy="4419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B1EDA4E7-0A05-E924-F1A8-C62E2520EDC7}"/>
              </a:ext>
            </a:extLst>
          </p:cNvPr>
          <p:cNvSpPr txBox="1"/>
          <p:nvPr/>
        </p:nvSpPr>
        <p:spPr>
          <a:xfrm>
            <a:off x="2751259" y="1031411"/>
            <a:ext cx="1217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Recherche de film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B4770570-9D7C-F6FE-67A3-79DCDF7EF0DE}"/>
              </a:ext>
            </a:extLst>
          </p:cNvPr>
          <p:cNvSpPr txBox="1"/>
          <p:nvPr/>
        </p:nvSpPr>
        <p:spPr>
          <a:xfrm>
            <a:off x="5193181" y="1007260"/>
            <a:ext cx="25490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Recherche de info sur un film déjà trouvé</a:t>
            </a:r>
          </a:p>
        </p:txBody>
      </p:sp>
      <p:sp>
        <p:nvSpPr>
          <p:cNvPr id="124" name="Shape 18">
            <a:extLst>
              <a:ext uri="{FF2B5EF4-FFF2-40B4-BE49-F238E27FC236}">
                <a16:creationId xmlns:a16="http://schemas.microsoft.com/office/drawing/2014/main" id="{E77EBF78-EF1E-6D0D-A387-00F36F8D1D9F}"/>
              </a:ext>
            </a:extLst>
          </p:cNvPr>
          <p:cNvSpPr/>
          <p:nvPr/>
        </p:nvSpPr>
        <p:spPr>
          <a:xfrm>
            <a:off x="1217807" y="3271032"/>
            <a:ext cx="1961272" cy="498172"/>
          </a:xfrm>
          <a:prstGeom prst="roundRect">
            <a:avLst>
              <a:gd name="adj" fmla="val 16000"/>
            </a:avLst>
          </a:prstGeom>
          <a:solidFill>
            <a:schemeClr val="accent1">
              <a:lumMod val="75000"/>
            </a:schemeClr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Si pas de synopsis, </a:t>
            </a:r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enrichissement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 wiki</a:t>
            </a:r>
            <a:endParaRPr lang="fr-FR" sz="1200" dirty="0"/>
          </a:p>
        </p:txBody>
      </p: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2C6E261D-6B13-82F6-7920-33AC2D621EB7}"/>
              </a:ext>
            </a:extLst>
          </p:cNvPr>
          <p:cNvCxnSpPr>
            <a:stCxn id="124" idx="2"/>
            <a:endCxn id="87" idx="0"/>
          </p:cNvCxnSpPr>
          <p:nvPr/>
        </p:nvCxnSpPr>
        <p:spPr>
          <a:xfrm flipH="1">
            <a:off x="2194557" y="3769204"/>
            <a:ext cx="3886" cy="244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Shape 18">
            <a:extLst>
              <a:ext uri="{FF2B5EF4-FFF2-40B4-BE49-F238E27FC236}">
                <a16:creationId xmlns:a16="http://schemas.microsoft.com/office/drawing/2014/main" id="{F312DDD8-F421-E8C5-30C0-DC81926025DB}"/>
              </a:ext>
            </a:extLst>
          </p:cNvPr>
          <p:cNvSpPr/>
          <p:nvPr/>
        </p:nvSpPr>
        <p:spPr>
          <a:xfrm>
            <a:off x="5193181" y="4511832"/>
            <a:ext cx="1961272" cy="498172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Recuperation des tokens sur </a:t>
            </a:r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langfuze</a:t>
            </a:r>
            <a:endParaRPr lang="fr-FR" sz="1200" dirty="0"/>
          </a:p>
        </p:txBody>
      </p:sp>
      <p:sp>
        <p:nvSpPr>
          <p:cNvPr id="138" name="Shape 18">
            <a:extLst>
              <a:ext uri="{FF2B5EF4-FFF2-40B4-BE49-F238E27FC236}">
                <a16:creationId xmlns:a16="http://schemas.microsoft.com/office/drawing/2014/main" id="{0725F760-2E96-2044-C12F-86F011857567}"/>
              </a:ext>
            </a:extLst>
          </p:cNvPr>
          <p:cNvSpPr/>
          <p:nvPr/>
        </p:nvSpPr>
        <p:spPr>
          <a:xfrm>
            <a:off x="7252926" y="4511832"/>
            <a:ext cx="1759928" cy="498172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Utilisation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langmem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 / </a:t>
            </a:r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</a:rPr>
              <a:t>mémoire</a:t>
            </a:r>
            <a:endParaRPr lang="fr-FR" sz="1200" dirty="0"/>
          </a:p>
        </p:txBody>
      </p:sp>
      <p:cxnSp>
        <p:nvCxnSpPr>
          <p:cNvPr id="141" name="Connecteur : en angle 140">
            <a:extLst>
              <a:ext uri="{FF2B5EF4-FFF2-40B4-BE49-F238E27FC236}">
                <a16:creationId xmlns:a16="http://schemas.microsoft.com/office/drawing/2014/main" id="{5BCDB410-4641-B6EC-70D2-E7828402805B}"/>
              </a:ext>
            </a:extLst>
          </p:cNvPr>
          <p:cNvCxnSpPr>
            <a:cxnSpLocks/>
            <a:stCxn id="101" idx="2"/>
            <a:endCxn id="99" idx="3"/>
          </p:cNvCxnSpPr>
          <p:nvPr/>
        </p:nvCxnSpPr>
        <p:spPr>
          <a:xfrm rot="5400000">
            <a:off x="6778810" y="2585321"/>
            <a:ext cx="509047" cy="15197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34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BF861-8D16-15E0-B50B-ED0A9F3E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214A77-98CB-E750-8D9D-5076EF5744A8}"/>
              </a:ext>
            </a:extLst>
          </p:cNvPr>
          <p:cNvSpPr/>
          <p:nvPr/>
        </p:nvSpPr>
        <p:spPr>
          <a:xfrm>
            <a:off x="457200" y="274320"/>
            <a:ext cx="3348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complete</a:t>
            </a:r>
            <a:endParaRPr lang="en-US" sz="2400" dirty="0"/>
          </a:p>
        </p:txBody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C7D2B759-CE3E-EC46-931A-CB787658B0C0}"/>
              </a:ext>
            </a:extLst>
          </p:cNvPr>
          <p:cNvSpPr/>
          <p:nvPr/>
        </p:nvSpPr>
        <p:spPr>
          <a:xfrm>
            <a:off x="3954779" y="988771"/>
            <a:ext cx="1318487" cy="233057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50800" dist="38100" dir="16200000" rotWithShape="0">
              <a:srgbClr val="0070C0">
                <a:alpha val="4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route_by_intent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D1F7587A-7FE0-9338-6035-412D5D35F33B}"/>
              </a:ext>
            </a:extLst>
          </p:cNvPr>
          <p:cNvSpPr/>
          <p:nvPr/>
        </p:nvSpPr>
        <p:spPr>
          <a:xfrm>
            <a:off x="1288667" y="1569697"/>
            <a:ext cx="1842742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114300" dist="50800" dir="16200000" algn="bl" rotWithShape="0">
              <a:schemeClr val="accent1">
                <a:alpha val="30000"/>
              </a:scheme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route_after_title_check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53" name="Connecteur : en angle 52">
            <a:extLst>
              <a:ext uri="{FF2B5EF4-FFF2-40B4-BE49-F238E27FC236}">
                <a16:creationId xmlns:a16="http://schemas.microsoft.com/office/drawing/2014/main" id="{E3AE9F14-0968-DC28-854E-52458B6AAFA0}"/>
              </a:ext>
            </a:extLst>
          </p:cNvPr>
          <p:cNvCxnSpPr>
            <a:cxnSpLocks/>
            <a:stCxn id="12" idx="1"/>
            <a:endCxn id="44" idx="0"/>
          </p:cNvCxnSpPr>
          <p:nvPr/>
        </p:nvCxnSpPr>
        <p:spPr>
          <a:xfrm rot="10800000" flipV="1">
            <a:off x="2210039" y="1105299"/>
            <a:ext cx="1744741" cy="4643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hape 18">
            <a:extLst>
              <a:ext uri="{FF2B5EF4-FFF2-40B4-BE49-F238E27FC236}">
                <a16:creationId xmlns:a16="http://schemas.microsoft.com/office/drawing/2014/main" id="{4B68DF44-C4EB-F827-CF93-BDAB0ADE72BB}"/>
              </a:ext>
            </a:extLst>
          </p:cNvPr>
          <p:cNvSpPr/>
          <p:nvPr/>
        </p:nvSpPr>
        <p:spPr>
          <a:xfrm>
            <a:off x="5863003" y="2086776"/>
            <a:ext cx="1649943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50800" dist="38100" dir="16200000" rotWithShape="0">
              <a:srgbClr val="0070C0">
                <a:alpha val="4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fr-FR" sz="1000" b="1" dirty="0" err="1">
                <a:solidFill>
                  <a:srgbClr val="FFFFFF"/>
                </a:solidFill>
                <a:latin typeface="Consolas" pitchFamily="34" charset="0"/>
              </a:rPr>
              <a:t>route_need_wikipedia</a:t>
            </a:r>
            <a:r>
              <a:rPr lang="fr-FR" sz="1000" b="1" dirty="0">
                <a:solidFill>
                  <a:srgbClr val="FFFFFF"/>
                </a:solidFill>
                <a:latin typeface="Consolas" pitchFamily="34" charset="0"/>
              </a:rPr>
              <a:t> </a:t>
            </a:r>
          </a:p>
        </p:txBody>
      </p:sp>
      <p:cxnSp>
        <p:nvCxnSpPr>
          <p:cNvPr id="58" name="Connecteur : en angle 57">
            <a:extLst>
              <a:ext uri="{FF2B5EF4-FFF2-40B4-BE49-F238E27FC236}">
                <a16:creationId xmlns:a16="http://schemas.microsoft.com/office/drawing/2014/main" id="{C31210BC-BDD4-FE4F-72BF-1D3667718EE0}"/>
              </a:ext>
            </a:extLst>
          </p:cNvPr>
          <p:cNvCxnSpPr>
            <a:cxnSpLocks/>
            <a:stCxn id="12" idx="3"/>
            <a:endCxn id="249" idx="0"/>
          </p:cNvCxnSpPr>
          <p:nvPr/>
        </p:nvCxnSpPr>
        <p:spPr>
          <a:xfrm>
            <a:off x="5273266" y="1105300"/>
            <a:ext cx="1403604" cy="740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8663DB82-0861-F417-50E5-9372ABD4B043}"/>
              </a:ext>
            </a:extLst>
          </p:cNvPr>
          <p:cNvSpPr txBox="1"/>
          <p:nvPr/>
        </p:nvSpPr>
        <p:spPr>
          <a:xfrm>
            <a:off x="3092604" y="840420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RECHERCHE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30AF2F4F-C733-8953-2AA7-922505EB8D7E}"/>
              </a:ext>
            </a:extLst>
          </p:cNvPr>
          <p:cNvSpPr txBox="1"/>
          <p:nvPr/>
        </p:nvSpPr>
        <p:spPr>
          <a:xfrm>
            <a:off x="5272310" y="841333"/>
            <a:ext cx="8835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DISCUSSION</a:t>
            </a:r>
          </a:p>
        </p:txBody>
      </p:sp>
      <p:sp>
        <p:nvSpPr>
          <p:cNvPr id="4" name="Shape 18">
            <a:extLst>
              <a:ext uri="{FF2B5EF4-FFF2-40B4-BE49-F238E27FC236}">
                <a16:creationId xmlns:a16="http://schemas.microsoft.com/office/drawing/2014/main" id="{1D0B1BCE-C34A-3D7B-7F3F-E21B2C97D2B4}"/>
              </a:ext>
            </a:extLst>
          </p:cNvPr>
          <p:cNvSpPr/>
          <p:nvPr/>
        </p:nvSpPr>
        <p:spPr>
          <a:xfrm>
            <a:off x="3954780" y="80380"/>
            <a:ext cx="1318486" cy="233057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User</a:t>
            </a:r>
            <a:endParaRPr lang="fr-FR" sz="1000" dirty="0"/>
          </a:p>
        </p:txBody>
      </p:sp>
      <p:sp>
        <p:nvSpPr>
          <p:cNvPr id="9" name="Shape 18">
            <a:extLst>
              <a:ext uri="{FF2B5EF4-FFF2-40B4-BE49-F238E27FC236}">
                <a16:creationId xmlns:a16="http://schemas.microsoft.com/office/drawing/2014/main" id="{189CD80A-B7B2-620E-26C3-0B4DE9D6EF50}"/>
              </a:ext>
            </a:extLst>
          </p:cNvPr>
          <p:cNvSpPr/>
          <p:nvPr/>
        </p:nvSpPr>
        <p:spPr>
          <a:xfrm>
            <a:off x="127780" y="2305270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Agent Direct Movie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1ACDA6CF-D960-07CA-F3DC-1E105BB021E4}"/>
              </a:ext>
            </a:extLst>
          </p:cNvPr>
          <p:cNvSpPr/>
          <p:nvPr/>
        </p:nvSpPr>
        <p:spPr>
          <a:xfrm>
            <a:off x="2302704" y="2305270"/>
            <a:ext cx="2092125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Agent </a:t>
            </a:r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Filtre</a:t>
            </a:r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 et search</a:t>
            </a:r>
            <a:endParaRPr lang="fr-FR" sz="1000" dirty="0"/>
          </a:p>
        </p:txBody>
      </p: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EA76FFD5-B355-B132-E912-319B85766330}"/>
              </a:ext>
            </a:extLst>
          </p:cNvPr>
          <p:cNvCxnSpPr>
            <a:cxnSpLocks/>
            <a:stCxn id="44" idx="2"/>
            <a:endCxn id="9" idx="0"/>
          </p:cNvCxnSpPr>
          <p:nvPr/>
        </p:nvCxnSpPr>
        <p:spPr>
          <a:xfrm rot="5400000">
            <a:off x="1413347" y="1508579"/>
            <a:ext cx="491760" cy="11016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174C447A-DC50-E7E1-79DC-6C39E2D42CEC}"/>
              </a:ext>
            </a:extLst>
          </p:cNvPr>
          <p:cNvCxnSpPr>
            <a:cxnSpLocks/>
            <a:stCxn id="44" idx="2"/>
            <a:endCxn id="11" idx="0"/>
          </p:cNvCxnSpPr>
          <p:nvPr/>
        </p:nvCxnSpPr>
        <p:spPr>
          <a:xfrm rot="16200000" flipH="1">
            <a:off x="2533522" y="1490025"/>
            <a:ext cx="491760" cy="11387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A320722-1F6A-31FA-0D6E-FB1CBBA36E04}"/>
              </a:ext>
            </a:extLst>
          </p:cNvPr>
          <p:cNvSpPr txBox="1"/>
          <p:nvPr/>
        </p:nvSpPr>
        <p:spPr>
          <a:xfrm>
            <a:off x="1325167" y="1824860"/>
            <a:ext cx="9348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TITRE LISIBLE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2C0E08D-AD6A-7B32-18FC-57EF38252A19}"/>
              </a:ext>
            </a:extLst>
          </p:cNvPr>
          <p:cNvSpPr txBox="1"/>
          <p:nvPr/>
        </p:nvSpPr>
        <p:spPr>
          <a:xfrm>
            <a:off x="2192771" y="1824860"/>
            <a:ext cx="1555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INFORMATION DU FILM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9D61B7F-2030-5356-1BFE-4C4ABBD9C469}"/>
              </a:ext>
            </a:extLst>
          </p:cNvPr>
          <p:cNvCxnSpPr>
            <a:cxnSpLocks/>
            <a:stCxn id="4" idx="2"/>
            <a:endCxn id="366" idx="0"/>
          </p:cNvCxnSpPr>
          <p:nvPr/>
        </p:nvCxnSpPr>
        <p:spPr>
          <a:xfrm flipH="1">
            <a:off x="4613067" y="313437"/>
            <a:ext cx="956" cy="201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710498F4-532F-A545-89E5-9EC0B0BACAEE}"/>
              </a:ext>
            </a:extLst>
          </p:cNvPr>
          <p:cNvCxnSpPr>
            <a:cxnSpLocks/>
            <a:stCxn id="12" idx="2"/>
            <a:endCxn id="44" idx="0"/>
          </p:cNvCxnSpPr>
          <p:nvPr/>
        </p:nvCxnSpPr>
        <p:spPr>
          <a:xfrm rot="5400000">
            <a:off x="3238097" y="193770"/>
            <a:ext cx="347869" cy="24039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1FF4BA99-0680-9255-A0F2-8AA11F62F6CC}"/>
              </a:ext>
            </a:extLst>
          </p:cNvPr>
          <p:cNvSpPr txBox="1"/>
          <p:nvPr/>
        </p:nvSpPr>
        <p:spPr>
          <a:xfrm>
            <a:off x="2882223" y="1174256"/>
            <a:ext cx="1731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AUCUN FILM EN MEMOIRE</a:t>
            </a:r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15AAE60A-C330-2FDA-BA1A-94D218249801}"/>
              </a:ext>
            </a:extLst>
          </p:cNvPr>
          <p:cNvSpPr/>
          <p:nvPr/>
        </p:nvSpPr>
        <p:spPr>
          <a:xfrm>
            <a:off x="1296290" y="2882562"/>
            <a:ext cx="1835119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114300" dist="50800" dir="16200000" algn="bl" rotWithShape="0">
              <a:schemeClr val="accent1">
                <a:alpha val="30000"/>
              </a:scheme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Route_validation_ok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43" name="Connecteur : en angle 42">
            <a:extLst>
              <a:ext uri="{FF2B5EF4-FFF2-40B4-BE49-F238E27FC236}">
                <a16:creationId xmlns:a16="http://schemas.microsoft.com/office/drawing/2014/main" id="{80A82803-BDF2-B923-C98D-718A45AC23E7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 rot="16200000" flipH="1">
            <a:off x="1494394" y="2163105"/>
            <a:ext cx="333479" cy="11054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A4536759-414B-30C0-8487-AA6E2FD24A03}"/>
              </a:ext>
            </a:extLst>
          </p:cNvPr>
          <p:cNvCxnSpPr>
            <a:cxnSpLocks/>
            <a:stCxn id="11" idx="2"/>
            <a:endCxn id="41" idx="0"/>
          </p:cNvCxnSpPr>
          <p:nvPr/>
        </p:nvCxnSpPr>
        <p:spPr>
          <a:xfrm rot="5400000">
            <a:off x="2614570" y="2148364"/>
            <a:ext cx="333479" cy="11349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 : en angle 62">
            <a:extLst>
              <a:ext uri="{FF2B5EF4-FFF2-40B4-BE49-F238E27FC236}">
                <a16:creationId xmlns:a16="http://schemas.microsoft.com/office/drawing/2014/main" id="{93373DC0-8F73-5A0D-32A1-A21E46660994}"/>
              </a:ext>
            </a:extLst>
          </p:cNvPr>
          <p:cNvCxnSpPr>
            <a:cxnSpLocks/>
            <a:stCxn id="41" idx="1"/>
            <a:endCxn id="44" idx="1"/>
          </p:cNvCxnSpPr>
          <p:nvPr/>
        </p:nvCxnSpPr>
        <p:spPr>
          <a:xfrm rot="10800000">
            <a:off x="1288668" y="1691605"/>
            <a:ext cx="7623" cy="1312865"/>
          </a:xfrm>
          <a:prstGeom prst="bentConnector3">
            <a:avLst>
              <a:gd name="adj1" fmla="val 157552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BF42095-6C0E-A7AB-3557-BD154E8A465E}"/>
              </a:ext>
            </a:extLst>
          </p:cNvPr>
          <p:cNvSpPr txBox="1"/>
          <p:nvPr/>
        </p:nvSpPr>
        <p:spPr>
          <a:xfrm>
            <a:off x="108577" y="2773662"/>
            <a:ext cx="1265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NON MAX RETRY 2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A454A463-F505-3C5A-AF85-FABC911C18C7}"/>
              </a:ext>
            </a:extLst>
          </p:cNvPr>
          <p:cNvSpPr/>
          <p:nvPr/>
        </p:nvSpPr>
        <p:spPr>
          <a:xfrm>
            <a:off x="1499381" y="1668743"/>
            <a:ext cx="68580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4" name="Shape 18">
            <a:extLst>
              <a:ext uri="{FF2B5EF4-FFF2-40B4-BE49-F238E27FC236}">
                <a16:creationId xmlns:a16="http://schemas.microsoft.com/office/drawing/2014/main" id="{896B887F-4EAE-D9C9-B428-280A81D35BD1}"/>
              </a:ext>
            </a:extLst>
          </p:cNvPr>
          <p:cNvSpPr/>
          <p:nvPr/>
        </p:nvSpPr>
        <p:spPr>
          <a:xfrm>
            <a:off x="1481467" y="3986656"/>
            <a:ext cx="1463039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END-RAG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148" name="Connecteur : en angle 147">
            <a:extLst>
              <a:ext uri="{FF2B5EF4-FFF2-40B4-BE49-F238E27FC236}">
                <a16:creationId xmlns:a16="http://schemas.microsoft.com/office/drawing/2014/main" id="{6152E393-4969-C421-1331-CFDDF0B19E33}"/>
              </a:ext>
            </a:extLst>
          </p:cNvPr>
          <p:cNvCxnSpPr>
            <a:cxnSpLocks/>
            <a:stCxn id="41" idx="3"/>
            <a:endCxn id="150" idx="0"/>
          </p:cNvCxnSpPr>
          <p:nvPr/>
        </p:nvCxnSpPr>
        <p:spPr>
          <a:xfrm>
            <a:off x="3131409" y="3004469"/>
            <a:ext cx="1440591" cy="17460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Shape 18">
            <a:extLst>
              <a:ext uri="{FF2B5EF4-FFF2-40B4-BE49-F238E27FC236}">
                <a16:creationId xmlns:a16="http://schemas.microsoft.com/office/drawing/2014/main" id="{6A42780B-EDEA-5667-B971-670919580531}"/>
              </a:ext>
            </a:extLst>
          </p:cNvPr>
          <p:cNvSpPr/>
          <p:nvPr/>
        </p:nvSpPr>
        <p:spPr>
          <a:xfrm>
            <a:off x="3840480" y="4750512"/>
            <a:ext cx="1463039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AGENT NARATEUR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E9E91F66-7B09-D5FE-EACB-B22239B427A1}"/>
              </a:ext>
            </a:extLst>
          </p:cNvPr>
          <p:cNvSpPr txBox="1"/>
          <p:nvPr/>
        </p:nvSpPr>
        <p:spPr>
          <a:xfrm>
            <a:off x="24618" y="3098766"/>
            <a:ext cx="2228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</a:rPr>
              <a:t>MANQUE DES INFOS / SYNOPSIS</a:t>
            </a:r>
          </a:p>
        </p:txBody>
      </p:sp>
      <p:sp>
        <p:nvSpPr>
          <p:cNvPr id="161" name="Shape 18">
            <a:extLst>
              <a:ext uri="{FF2B5EF4-FFF2-40B4-BE49-F238E27FC236}">
                <a16:creationId xmlns:a16="http://schemas.microsoft.com/office/drawing/2014/main" id="{7E87F1F7-5A59-E5E9-705C-13680FC0206A}"/>
              </a:ext>
            </a:extLst>
          </p:cNvPr>
          <p:cNvSpPr/>
          <p:nvPr/>
        </p:nvSpPr>
        <p:spPr>
          <a:xfrm>
            <a:off x="57980" y="3690594"/>
            <a:ext cx="1463039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Agent WIKI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163" name="Connecteur : en angle 162">
            <a:extLst>
              <a:ext uri="{FF2B5EF4-FFF2-40B4-BE49-F238E27FC236}">
                <a16:creationId xmlns:a16="http://schemas.microsoft.com/office/drawing/2014/main" id="{CA4DBABD-630F-C4E4-E049-63D24D638EDC}"/>
              </a:ext>
            </a:extLst>
          </p:cNvPr>
          <p:cNvCxnSpPr>
            <a:cxnSpLocks/>
            <a:stCxn id="331" idx="1"/>
            <a:endCxn id="161" idx="0"/>
          </p:cNvCxnSpPr>
          <p:nvPr/>
        </p:nvCxnSpPr>
        <p:spPr>
          <a:xfrm rot="10800000" flipV="1">
            <a:off x="789501" y="3427080"/>
            <a:ext cx="506791" cy="263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 : en angle 166">
            <a:extLst>
              <a:ext uri="{FF2B5EF4-FFF2-40B4-BE49-F238E27FC236}">
                <a16:creationId xmlns:a16="http://schemas.microsoft.com/office/drawing/2014/main" id="{6F12E444-2F74-B456-2B01-94B6163987E8}"/>
              </a:ext>
            </a:extLst>
          </p:cNvPr>
          <p:cNvCxnSpPr>
            <a:cxnSpLocks/>
            <a:stCxn id="161" idx="2"/>
            <a:endCxn id="134" idx="1"/>
          </p:cNvCxnSpPr>
          <p:nvPr/>
        </p:nvCxnSpPr>
        <p:spPr>
          <a:xfrm rot="16200000" flipH="1">
            <a:off x="1048405" y="3675501"/>
            <a:ext cx="174156" cy="6919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 : en angle 168">
            <a:extLst>
              <a:ext uri="{FF2B5EF4-FFF2-40B4-BE49-F238E27FC236}">
                <a16:creationId xmlns:a16="http://schemas.microsoft.com/office/drawing/2014/main" id="{2E727849-7DFF-68E9-17D7-962E23947489}"/>
              </a:ext>
            </a:extLst>
          </p:cNvPr>
          <p:cNvCxnSpPr>
            <a:cxnSpLocks/>
            <a:stCxn id="134" idx="2"/>
            <a:endCxn id="150" idx="0"/>
          </p:cNvCxnSpPr>
          <p:nvPr/>
        </p:nvCxnSpPr>
        <p:spPr>
          <a:xfrm rot="16200000" flipH="1">
            <a:off x="3132472" y="3310983"/>
            <a:ext cx="520043" cy="23590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avec flèche 173">
            <a:extLst>
              <a:ext uri="{FF2B5EF4-FFF2-40B4-BE49-F238E27FC236}">
                <a16:creationId xmlns:a16="http://schemas.microsoft.com/office/drawing/2014/main" id="{D5FD197B-7941-3C07-5C00-2D2595D06A07}"/>
              </a:ext>
            </a:extLst>
          </p:cNvPr>
          <p:cNvCxnSpPr>
            <a:cxnSpLocks/>
            <a:stCxn id="41" idx="2"/>
            <a:endCxn id="331" idx="0"/>
          </p:cNvCxnSpPr>
          <p:nvPr/>
        </p:nvCxnSpPr>
        <p:spPr>
          <a:xfrm>
            <a:off x="2213850" y="3126375"/>
            <a:ext cx="4785" cy="17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ZoneTexte 180">
            <a:extLst>
              <a:ext uri="{FF2B5EF4-FFF2-40B4-BE49-F238E27FC236}">
                <a16:creationId xmlns:a16="http://schemas.microsoft.com/office/drawing/2014/main" id="{F3D47797-4FC7-FF15-2A4D-2B9A8E935D07}"/>
              </a:ext>
            </a:extLst>
          </p:cNvPr>
          <p:cNvSpPr txBox="1"/>
          <p:nvPr/>
        </p:nvSpPr>
        <p:spPr>
          <a:xfrm>
            <a:off x="7370278" y="1993716"/>
            <a:ext cx="2228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MANQUE DES INFOS</a:t>
            </a:r>
          </a:p>
        </p:txBody>
      </p:sp>
      <p:sp>
        <p:nvSpPr>
          <p:cNvPr id="182" name="Shape 18">
            <a:extLst>
              <a:ext uri="{FF2B5EF4-FFF2-40B4-BE49-F238E27FC236}">
                <a16:creationId xmlns:a16="http://schemas.microsoft.com/office/drawing/2014/main" id="{49A299F3-FA4E-B725-F357-A7F574C853F5}"/>
              </a:ext>
            </a:extLst>
          </p:cNvPr>
          <p:cNvSpPr/>
          <p:nvPr/>
        </p:nvSpPr>
        <p:spPr>
          <a:xfrm>
            <a:off x="7236225" y="3027547"/>
            <a:ext cx="1463039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Agent WIKI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183" name="Connecteur : en angle 182">
            <a:extLst>
              <a:ext uri="{FF2B5EF4-FFF2-40B4-BE49-F238E27FC236}">
                <a16:creationId xmlns:a16="http://schemas.microsoft.com/office/drawing/2014/main" id="{BF1264B0-B359-3307-73A9-8FABB6B86360}"/>
              </a:ext>
            </a:extLst>
          </p:cNvPr>
          <p:cNvCxnSpPr>
            <a:cxnSpLocks/>
            <a:stCxn id="56" idx="3"/>
            <a:endCxn id="182" idx="0"/>
          </p:cNvCxnSpPr>
          <p:nvPr/>
        </p:nvCxnSpPr>
        <p:spPr>
          <a:xfrm>
            <a:off x="7512946" y="2208683"/>
            <a:ext cx="454799" cy="8188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 : en angle 190">
            <a:extLst>
              <a:ext uri="{FF2B5EF4-FFF2-40B4-BE49-F238E27FC236}">
                <a16:creationId xmlns:a16="http://schemas.microsoft.com/office/drawing/2014/main" id="{6C5867B7-CFFD-BD41-A465-D10BDB1EF56D}"/>
              </a:ext>
            </a:extLst>
          </p:cNvPr>
          <p:cNvCxnSpPr>
            <a:cxnSpLocks/>
            <a:stCxn id="56" idx="1"/>
            <a:endCxn id="150" idx="0"/>
          </p:cNvCxnSpPr>
          <p:nvPr/>
        </p:nvCxnSpPr>
        <p:spPr>
          <a:xfrm rot="10800000" flipV="1">
            <a:off x="4572001" y="2208682"/>
            <a:ext cx="1291003" cy="25418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eur : en angle 192">
            <a:extLst>
              <a:ext uri="{FF2B5EF4-FFF2-40B4-BE49-F238E27FC236}">
                <a16:creationId xmlns:a16="http://schemas.microsoft.com/office/drawing/2014/main" id="{D5BE7FDB-D7BF-333C-0A36-EE445C176535}"/>
              </a:ext>
            </a:extLst>
          </p:cNvPr>
          <p:cNvCxnSpPr>
            <a:stCxn id="182" idx="2"/>
            <a:endCxn id="150" idx="0"/>
          </p:cNvCxnSpPr>
          <p:nvPr/>
        </p:nvCxnSpPr>
        <p:spPr>
          <a:xfrm rot="5400000">
            <a:off x="5530297" y="2313064"/>
            <a:ext cx="1479152" cy="33957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ZoneTexte 198">
            <a:extLst>
              <a:ext uri="{FF2B5EF4-FFF2-40B4-BE49-F238E27FC236}">
                <a16:creationId xmlns:a16="http://schemas.microsoft.com/office/drawing/2014/main" id="{BC611B2B-A6CC-898F-70EC-74898EB7730F}"/>
              </a:ext>
            </a:extLst>
          </p:cNvPr>
          <p:cNvSpPr txBox="1"/>
          <p:nvPr/>
        </p:nvSpPr>
        <p:spPr>
          <a:xfrm>
            <a:off x="4680658" y="245377"/>
            <a:ext cx="22287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last_displayed_movies_id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3" name="ZoneTexte 202">
            <a:extLst>
              <a:ext uri="{FF2B5EF4-FFF2-40B4-BE49-F238E27FC236}">
                <a16:creationId xmlns:a16="http://schemas.microsoft.com/office/drawing/2014/main" id="{C3D3A2C1-C98B-C410-E4A2-8E678DDDFAD3}"/>
              </a:ext>
            </a:extLst>
          </p:cNvPr>
          <p:cNvSpPr txBox="1"/>
          <p:nvPr/>
        </p:nvSpPr>
        <p:spPr>
          <a:xfrm>
            <a:off x="6652259" y="180187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FilmDetail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7" name="ZoneTexte 206">
            <a:extLst>
              <a:ext uri="{FF2B5EF4-FFF2-40B4-BE49-F238E27FC236}">
                <a16:creationId xmlns:a16="http://schemas.microsoft.com/office/drawing/2014/main" id="{8B31BF1D-E40E-60B8-3D9D-5492A565D463}"/>
              </a:ext>
            </a:extLst>
          </p:cNvPr>
          <p:cNvSpPr txBox="1"/>
          <p:nvPr/>
        </p:nvSpPr>
        <p:spPr>
          <a:xfrm>
            <a:off x="6504706" y="3456938"/>
            <a:ext cx="1463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pPr algn="r"/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data_enrich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9" name="ZoneTexte 208">
            <a:extLst>
              <a:ext uri="{FF2B5EF4-FFF2-40B4-BE49-F238E27FC236}">
                <a16:creationId xmlns:a16="http://schemas.microsoft.com/office/drawing/2014/main" id="{F92D032B-5AB2-2239-75A9-D18CA95A67C8}"/>
              </a:ext>
            </a:extLst>
          </p:cNvPr>
          <p:cNvSpPr txBox="1"/>
          <p:nvPr/>
        </p:nvSpPr>
        <p:spPr>
          <a:xfrm>
            <a:off x="4468804" y="1990914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FilmDetail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1" name="ZoneTexte 210">
            <a:extLst>
              <a:ext uri="{FF2B5EF4-FFF2-40B4-BE49-F238E27FC236}">
                <a16:creationId xmlns:a16="http://schemas.microsoft.com/office/drawing/2014/main" id="{0984EF87-3C50-E683-9869-DFB048DB8105}"/>
              </a:ext>
            </a:extLst>
          </p:cNvPr>
          <p:cNvSpPr txBox="1"/>
          <p:nvPr/>
        </p:nvSpPr>
        <p:spPr>
          <a:xfrm>
            <a:off x="726804" y="1145533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initial_filters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3" name="ZoneTexte 212">
            <a:extLst>
              <a:ext uri="{FF2B5EF4-FFF2-40B4-BE49-F238E27FC236}">
                <a16:creationId xmlns:a16="http://schemas.microsoft.com/office/drawing/2014/main" id="{9957E3A3-4DE5-22C6-D24F-A76343176F1F}"/>
              </a:ext>
            </a:extLst>
          </p:cNvPr>
          <p:cNvSpPr txBox="1"/>
          <p:nvPr/>
        </p:nvSpPr>
        <p:spPr>
          <a:xfrm>
            <a:off x="1425282" y="2525003"/>
            <a:ext cx="19531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215" name="ZoneTexte 214">
            <a:extLst>
              <a:ext uri="{FF2B5EF4-FFF2-40B4-BE49-F238E27FC236}">
                <a16:creationId xmlns:a16="http://schemas.microsoft.com/office/drawing/2014/main" id="{CC28A219-F67F-949E-FFD8-84EBCBC174C1}"/>
              </a:ext>
            </a:extLst>
          </p:cNvPr>
          <p:cNvSpPr txBox="1"/>
          <p:nvPr/>
        </p:nvSpPr>
        <p:spPr>
          <a:xfrm>
            <a:off x="2229512" y="3546144"/>
            <a:ext cx="10932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219" name="ZoneTexte 218">
            <a:extLst>
              <a:ext uri="{FF2B5EF4-FFF2-40B4-BE49-F238E27FC236}">
                <a16:creationId xmlns:a16="http://schemas.microsoft.com/office/drawing/2014/main" id="{8280065F-8855-B05C-BCB1-358A834F1212}"/>
              </a:ext>
            </a:extLst>
          </p:cNvPr>
          <p:cNvSpPr txBox="1"/>
          <p:nvPr/>
        </p:nvSpPr>
        <p:spPr>
          <a:xfrm>
            <a:off x="-21395" y="3900857"/>
            <a:ext cx="1493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data_enriched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3" name="ZoneTexte 222">
            <a:extLst>
              <a:ext uri="{FF2B5EF4-FFF2-40B4-BE49-F238E27FC236}">
                <a16:creationId xmlns:a16="http://schemas.microsoft.com/office/drawing/2014/main" id="{99DFF9CB-BD42-3F6B-3439-246F126C87F2}"/>
              </a:ext>
            </a:extLst>
          </p:cNvPr>
          <p:cNvSpPr txBox="1"/>
          <p:nvPr/>
        </p:nvSpPr>
        <p:spPr>
          <a:xfrm>
            <a:off x="1907043" y="4442042"/>
            <a:ext cx="18409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data_enriched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last_displayed_movies_id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25" name="Connecteur : en angle 224">
            <a:extLst>
              <a:ext uri="{FF2B5EF4-FFF2-40B4-BE49-F238E27FC236}">
                <a16:creationId xmlns:a16="http://schemas.microsoft.com/office/drawing/2014/main" id="{4EF19E7D-1C8A-B364-1999-C4EE92E599A4}"/>
              </a:ext>
            </a:extLst>
          </p:cNvPr>
          <p:cNvCxnSpPr>
            <a:cxnSpLocks/>
            <a:stCxn id="150" idx="3"/>
            <a:endCxn id="4" idx="3"/>
          </p:cNvCxnSpPr>
          <p:nvPr/>
        </p:nvCxnSpPr>
        <p:spPr>
          <a:xfrm flipH="1" flipV="1">
            <a:off x="5273266" y="196909"/>
            <a:ext cx="30253" cy="4675510"/>
          </a:xfrm>
          <a:prstGeom prst="bentConnector3">
            <a:avLst>
              <a:gd name="adj1" fmla="val -117984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ZoneTexte 227">
            <a:extLst>
              <a:ext uri="{FF2B5EF4-FFF2-40B4-BE49-F238E27FC236}">
                <a16:creationId xmlns:a16="http://schemas.microsoft.com/office/drawing/2014/main" id="{416607DA-688F-067D-C9D1-526BC147766F}"/>
              </a:ext>
            </a:extLst>
          </p:cNvPr>
          <p:cNvSpPr txBox="1"/>
          <p:nvPr/>
        </p:nvSpPr>
        <p:spPr>
          <a:xfrm>
            <a:off x="5311140" y="4461918"/>
            <a:ext cx="18409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answer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pPr algn="r"/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data_enrich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0" name="ZoneTexte 229">
            <a:extLst>
              <a:ext uri="{FF2B5EF4-FFF2-40B4-BE49-F238E27FC236}">
                <a16:creationId xmlns:a16="http://schemas.microsoft.com/office/drawing/2014/main" id="{C083D1F2-02BC-A8CD-B19D-BC23075D42E7}"/>
              </a:ext>
            </a:extLst>
          </p:cNvPr>
          <p:cNvSpPr txBox="1"/>
          <p:nvPr/>
        </p:nvSpPr>
        <p:spPr>
          <a:xfrm>
            <a:off x="3220790" y="1921911"/>
            <a:ext cx="9223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initial_filters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2" name="ZoneTexte 231">
            <a:extLst>
              <a:ext uri="{FF2B5EF4-FFF2-40B4-BE49-F238E27FC236}">
                <a16:creationId xmlns:a16="http://schemas.microsoft.com/office/drawing/2014/main" id="{86FF4903-ACBF-D23B-5EB4-61D9E3A69061}"/>
              </a:ext>
            </a:extLst>
          </p:cNvPr>
          <p:cNvSpPr txBox="1"/>
          <p:nvPr/>
        </p:nvSpPr>
        <p:spPr>
          <a:xfrm>
            <a:off x="-385984" y="2046062"/>
            <a:ext cx="14903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5" name="ZoneTexte 244">
            <a:extLst>
              <a:ext uri="{FF2B5EF4-FFF2-40B4-BE49-F238E27FC236}">
                <a16:creationId xmlns:a16="http://schemas.microsoft.com/office/drawing/2014/main" id="{0D316818-51B7-A4AA-A78C-9F0FD9F5A2C6}"/>
              </a:ext>
            </a:extLst>
          </p:cNvPr>
          <p:cNvSpPr txBox="1"/>
          <p:nvPr/>
        </p:nvSpPr>
        <p:spPr>
          <a:xfrm>
            <a:off x="6480811" y="2607384"/>
            <a:ext cx="1463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FilmDetail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Enrich_id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9" name="Shape 18">
            <a:extLst>
              <a:ext uri="{FF2B5EF4-FFF2-40B4-BE49-F238E27FC236}">
                <a16:creationId xmlns:a16="http://schemas.microsoft.com/office/drawing/2014/main" id="{4DF59C6C-618F-3D82-41E9-F48DD5618292}"/>
              </a:ext>
            </a:extLst>
          </p:cNvPr>
          <p:cNvSpPr/>
          <p:nvPr/>
        </p:nvSpPr>
        <p:spPr>
          <a:xfrm>
            <a:off x="5945350" y="1179308"/>
            <a:ext cx="1463040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fr-FR" sz="1000" b="1" dirty="0" err="1">
                <a:solidFill>
                  <a:srgbClr val="FFFFFF"/>
                </a:solidFill>
                <a:latin typeface="Consolas" pitchFamily="34" charset="0"/>
              </a:rPr>
              <a:t>Load_film_node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262" name="Connecteur droit avec flèche 261">
            <a:extLst>
              <a:ext uri="{FF2B5EF4-FFF2-40B4-BE49-F238E27FC236}">
                <a16:creationId xmlns:a16="http://schemas.microsoft.com/office/drawing/2014/main" id="{D4B7ADA8-228D-8867-A4C7-2D075607D2C0}"/>
              </a:ext>
            </a:extLst>
          </p:cNvPr>
          <p:cNvCxnSpPr>
            <a:cxnSpLocks/>
            <a:stCxn id="249" idx="2"/>
            <a:endCxn id="56" idx="0"/>
          </p:cNvCxnSpPr>
          <p:nvPr/>
        </p:nvCxnSpPr>
        <p:spPr>
          <a:xfrm>
            <a:off x="6676870" y="1423121"/>
            <a:ext cx="11105" cy="663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Shape 18">
            <a:extLst>
              <a:ext uri="{FF2B5EF4-FFF2-40B4-BE49-F238E27FC236}">
                <a16:creationId xmlns:a16="http://schemas.microsoft.com/office/drawing/2014/main" id="{D350CDAF-630B-2F5A-4E61-B193185EB84C}"/>
              </a:ext>
            </a:extLst>
          </p:cNvPr>
          <p:cNvSpPr/>
          <p:nvPr/>
        </p:nvSpPr>
        <p:spPr>
          <a:xfrm>
            <a:off x="1296291" y="3305173"/>
            <a:ext cx="1844687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50800" dist="38100" dir="16200000" rotWithShape="0">
              <a:srgbClr val="0070C0">
                <a:alpha val="4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fr-FR" sz="1000" b="1" dirty="0" err="1">
                <a:solidFill>
                  <a:srgbClr val="FFFFFF"/>
                </a:solidFill>
                <a:latin typeface="Consolas" pitchFamily="34" charset="0"/>
              </a:rPr>
              <a:t>route_need_wikipedia</a:t>
            </a:r>
            <a:r>
              <a:rPr lang="fr-FR" sz="1000" b="1" dirty="0">
                <a:solidFill>
                  <a:srgbClr val="FFFFFF"/>
                </a:solidFill>
                <a:latin typeface="Consolas" pitchFamily="34" charset="0"/>
              </a:rPr>
              <a:t> </a:t>
            </a:r>
          </a:p>
        </p:txBody>
      </p:sp>
      <p:cxnSp>
        <p:nvCxnSpPr>
          <p:cNvPr id="340" name="Connecteur droit avec flèche 339">
            <a:extLst>
              <a:ext uri="{FF2B5EF4-FFF2-40B4-BE49-F238E27FC236}">
                <a16:creationId xmlns:a16="http://schemas.microsoft.com/office/drawing/2014/main" id="{A54B5FE3-5E8F-84FB-104E-24A37BB1722B}"/>
              </a:ext>
            </a:extLst>
          </p:cNvPr>
          <p:cNvCxnSpPr>
            <a:stCxn id="331" idx="2"/>
            <a:endCxn id="134" idx="0"/>
          </p:cNvCxnSpPr>
          <p:nvPr/>
        </p:nvCxnSpPr>
        <p:spPr>
          <a:xfrm flipH="1">
            <a:off x="2212987" y="3548986"/>
            <a:ext cx="5648" cy="437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Shape 18">
            <a:extLst>
              <a:ext uri="{FF2B5EF4-FFF2-40B4-BE49-F238E27FC236}">
                <a16:creationId xmlns:a16="http://schemas.microsoft.com/office/drawing/2014/main" id="{BA44F19C-1ECA-F661-08D4-784BAA5FED4C}"/>
              </a:ext>
            </a:extLst>
          </p:cNvPr>
          <p:cNvSpPr/>
          <p:nvPr/>
        </p:nvSpPr>
        <p:spPr>
          <a:xfrm>
            <a:off x="5889281" y="1546836"/>
            <a:ext cx="1649943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50800" dist="38100" dir="16200000" rotWithShape="0">
              <a:srgbClr val="0070C0">
                <a:alpha val="4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fr-FR" sz="1000" b="1" dirty="0" err="1">
                <a:solidFill>
                  <a:srgbClr val="FFFFFF"/>
                </a:solidFill>
                <a:latin typeface="Consolas" pitchFamily="34" charset="0"/>
              </a:rPr>
              <a:t>route_verif_film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357" name="Connecteur droit avec flèche 356">
            <a:extLst>
              <a:ext uri="{FF2B5EF4-FFF2-40B4-BE49-F238E27FC236}">
                <a16:creationId xmlns:a16="http://schemas.microsoft.com/office/drawing/2014/main" id="{F1E9D71C-66CA-32CC-1F02-CD285B81FE11}"/>
              </a:ext>
            </a:extLst>
          </p:cNvPr>
          <p:cNvCxnSpPr>
            <a:stCxn id="352" idx="1"/>
            <a:endCxn id="44" idx="3"/>
          </p:cNvCxnSpPr>
          <p:nvPr/>
        </p:nvCxnSpPr>
        <p:spPr>
          <a:xfrm flipH="1">
            <a:off x="3131409" y="1668743"/>
            <a:ext cx="2757872" cy="22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Shape 18">
            <a:extLst>
              <a:ext uri="{FF2B5EF4-FFF2-40B4-BE49-F238E27FC236}">
                <a16:creationId xmlns:a16="http://schemas.microsoft.com/office/drawing/2014/main" id="{AD3580AA-D526-C8F4-5E96-47B0F306A860}"/>
              </a:ext>
            </a:extLst>
          </p:cNvPr>
          <p:cNvSpPr/>
          <p:nvPr/>
        </p:nvSpPr>
        <p:spPr>
          <a:xfrm>
            <a:off x="3953823" y="514620"/>
            <a:ext cx="1318487" cy="233057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</a:t>
            </a: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</a:t>
            </a:r>
            <a:endParaRPr lang="fr-FR" sz="1000" dirty="0"/>
          </a:p>
        </p:txBody>
      </p:sp>
      <p:cxnSp>
        <p:nvCxnSpPr>
          <p:cNvPr id="370" name="Connecteur droit avec flèche 369">
            <a:extLst>
              <a:ext uri="{FF2B5EF4-FFF2-40B4-BE49-F238E27FC236}">
                <a16:creationId xmlns:a16="http://schemas.microsoft.com/office/drawing/2014/main" id="{739FA7F5-7A8A-EF51-8BA5-F19D80119649}"/>
              </a:ext>
            </a:extLst>
          </p:cNvPr>
          <p:cNvCxnSpPr>
            <a:cxnSpLocks/>
            <a:stCxn id="366" idx="2"/>
            <a:endCxn id="12" idx="0"/>
          </p:cNvCxnSpPr>
          <p:nvPr/>
        </p:nvCxnSpPr>
        <p:spPr>
          <a:xfrm>
            <a:off x="4613067" y="747677"/>
            <a:ext cx="956" cy="241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ZoneTexte 387">
            <a:extLst>
              <a:ext uri="{FF2B5EF4-FFF2-40B4-BE49-F238E27FC236}">
                <a16:creationId xmlns:a16="http://schemas.microsoft.com/office/drawing/2014/main" id="{3A45E3F4-D490-C2E0-0B8C-CBB10B5001CE}"/>
              </a:ext>
            </a:extLst>
          </p:cNvPr>
          <p:cNvSpPr txBox="1"/>
          <p:nvPr/>
        </p:nvSpPr>
        <p:spPr>
          <a:xfrm>
            <a:off x="4599745" y="700861"/>
            <a:ext cx="22287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last_displayed_movies_id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99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686E3-41AA-F6E2-3374-6D817B72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ADA2A2B-894F-ED0C-7997-F21E1B0D177D}"/>
              </a:ext>
            </a:extLst>
          </p:cNvPr>
          <p:cNvSpPr txBox="1"/>
          <p:nvPr/>
        </p:nvSpPr>
        <p:spPr>
          <a:xfrm>
            <a:off x="1709466" y="631749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nom_film_extrait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0DFF0540-EDA6-A5BF-F5DF-83F3203E6E35}"/>
              </a:ext>
            </a:extLst>
          </p:cNvPr>
          <p:cNvSpPr/>
          <p:nvPr/>
        </p:nvSpPr>
        <p:spPr>
          <a:xfrm>
            <a:off x="457200" y="274320"/>
            <a:ext cx="4170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Direct Movie</a:t>
            </a:r>
            <a:endParaRPr lang="en-US" sz="24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C819F4FD-3E03-329D-7267-9294AC9A4E09}"/>
              </a:ext>
            </a:extLst>
          </p:cNvPr>
          <p:cNvSpPr/>
          <p:nvPr/>
        </p:nvSpPr>
        <p:spPr>
          <a:xfrm>
            <a:off x="2219224" y="1201490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Search_vector_node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3294A310-3389-09F3-EEDE-395DA49230F1}"/>
              </a:ext>
            </a:extLst>
          </p:cNvPr>
          <p:cNvCxnSpPr>
            <a:stCxn id="10" idx="3"/>
            <a:endCxn id="19" idx="0"/>
          </p:cNvCxnSpPr>
          <p:nvPr/>
        </p:nvCxnSpPr>
        <p:spPr>
          <a:xfrm>
            <a:off x="3199860" y="831804"/>
            <a:ext cx="0" cy="369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72003D22-ECBD-CAA0-0AC4-454590287563}"/>
              </a:ext>
            </a:extLst>
          </p:cNvPr>
          <p:cNvSpPr txBox="1"/>
          <p:nvPr/>
        </p:nvSpPr>
        <p:spPr>
          <a:xfrm>
            <a:off x="5254005" y="1085110"/>
            <a:ext cx="23519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rgbClr val="C00000"/>
                </a:solidFill>
              </a:rPr>
              <a:t>!!! Manque un score min, demande 1 film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95D566FB-1490-BD42-DB5C-3174E3A1D4E6}"/>
              </a:ext>
            </a:extLst>
          </p:cNvPr>
          <p:cNvCxnSpPr>
            <a:cxnSpLocks/>
            <a:stCxn id="19" idx="2"/>
            <a:endCxn id="125" idx="0"/>
          </p:cNvCxnSpPr>
          <p:nvPr/>
        </p:nvCxnSpPr>
        <p:spPr>
          <a:xfrm flipH="1">
            <a:off x="3199495" y="1445303"/>
            <a:ext cx="365" cy="342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7FC2D105-DF01-00E0-892B-18695F1EAED4}"/>
              </a:ext>
            </a:extLst>
          </p:cNvPr>
          <p:cNvCxnSpPr>
            <a:cxnSpLocks/>
            <a:endCxn id="19" idx="1"/>
          </p:cNvCxnSpPr>
          <p:nvPr/>
        </p:nvCxnSpPr>
        <p:spPr>
          <a:xfrm rot="10800000">
            <a:off x="2219224" y="1323398"/>
            <a:ext cx="832048" cy="577009"/>
          </a:xfrm>
          <a:prstGeom prst="bentConnector3">
            <a:avLst>
              <a:gd name="adj1" fmla="val 3024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782E422F-DD4A-912A-6D53-190AEA2F0D2E}"/>
              </a:ext>
            </a:extLst>
          </p:cNvPr>
          <p:cNvSpPr txBox="1"/>
          <p:nvPr/>
        </p:nvSpPr>
        <p:spPr>
          <a:xfrm>
            <a:off x="815681" y="1521204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Aucun film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CF862D7-DE6F-82DE-F1CD-416AB82CE39F}"/>
              </a:ext>
            </a:extLst>
          </p:cNvPr>
          <p:cNvSpPr/>
          <p:nvPr/>
        </p:nvSpPr>
        <p:spPr>
          <a:xfrm>
            <a:off x="3028806" y="4072719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F8F6DDD0-B685-4213-8D56-B1A43A8DDD36}"/>
              </a:ext>
            </a:extLst>
          </p:cNvPr>
          <p:cNvSpPr txBox="1"/>
          <p:nvPr/>
        </p:nvSpPr>
        <p:spPr>
          <a:xfrm>
            <a:off x="1326398" y="4122364"/>
            <a:ext cx="1691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Agent </a:t>
            </a:r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Narrateur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43DD0ED-B43B-965C-FD13-5D9BA7CE344E}"/>
              </a:ext>
            </a:extLst>
          </p:cNvPr>
          <p:cNvSpPr txBox="1"/>
          <p:nvPr/>
        </p:nvSpPr>
        <p:spPr>
          <a:xfrm>
            <a:off x="5254005" y="1446784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FilmShort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37C10727-E539-6E12-EEB7-D7B68BB8C623}"/>
              </a:ext>
            </a:extLst>
          </p:cNvPr>
          <p:cNvSpPr/>
          <p:nvPr/>
        </p:nvSpPr>
        <p:spPr>
          <a:xfrm>
            <a:off x="4596952" y="2049106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Hydratation_node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60" name="Connecteur : en angle 59">
            <a:extLst>
              <a:ext uri="{FF2B5EF4-FFF2-40B4-BE49-F238E27FC236}">
                <a16:creationId xmlns:a16="http://schemas.microsoft.com/office/drawing/2014/main" id="{6790F9DA-2BD6-AC93-72D4-CEAA3AF2DF4B}"/>
              </a:ext>
            </a:extLst>
          </p:cNvPr>
          <p:cNvCxnSpPr>
            <a:cxnSpLocks/>
            <a:stCxn id="125" idx="3"/>
            <a:endCxn id="54" idx="0"/>
          </p:cNvCxnSpPr>
          <p:nvPr/>
        </p:nvCxnSpPr>
        <p:spPr>
          <a:xfrm>
            <a:off x="4117054" y="1910030"/>
            <a:ext cx="1460534" cy="1390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E4E9BB64-E43A-E176-D343-5C83C6C1D83A}"/>
              </a:ext>
            </a:extLst>
          </p:cNvPr>
          <p:cNvSpPr txBox="1"/>
          <p:nvPr/>
        </p:nvSpPr>
        <p:spPr>
          <a:xfrm>
            <a:off x="5577588" y="2361342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FilmDetail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D39DB6EB-1B26-920F-2C4C-305280E1255C}"/>
              </a:ext>
            </a:extLst>
          </p:cNvPr>
          <p:cNvSpPr/>
          <p:nvPr/>
        </p:nvSpPr>
        <p:spPr>
          <a:xfrm>
            <a:off x="5409696" y="4671863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FA7675CB-E301-98EE-18B8-745FF723E923}"/>
              </a:ext>
            </a:extLst>
          </p:cNvPr>
          <p:cNvSpPr txBox="1"/>
          <p:nvPr/>
        </p:nvSpPr>
        <p:spPr>
          <a:xfrm>
            <a:off x="3946058" y="4352728"/>
            <a:ext cx="16697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END-RAG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6E55623C-F309-09D2-755B-8670780D9E61}"/>
              </a:ext>
            </a:extLst>
          </p:cNvPr>
          <p:cNvCxnSpPr>
            <a:cxnSpLocks/>
            <a:stCxn id="54" idx="2"/>
            <a:endCxn id="23" idx="0"/>
          </p:cNvCxnSpPr>
          <p:nvPr/>
        </p:nvCxnSpPr>
        <p:spPr>
          <a:xfrm>
            <a:off x="5577588" y="2292919"/>
            <a:ext cx="0" cy="123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 18">
            <a:extLst>
              <a:ext uri="{FF2B5EF4-FFF2-40B4-BE49-F238E27FC236}">
                <a16:creationId xmlns:a16="http://schemas.microsoft.com/office/drawing/2014/main" id="{D0FD3622-ED72-E341-EAED-E6226E5F9984}"/>
              </a:ext>
            </a:extLst>
          </p:cNvPr>
          <p:cNvSpPr/>
          <p:nvPr/>
        </p:nvSpPr>
        <p:spPr>
          <a:xfrm>
            <a:off x="4596952" y="3531041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Validation_node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3191D7E9-02C0-BBE2-10F1-2392D55E7BAF}"/>
              </a:ext>
            </a:extLst>
          </p:cNvPr>
          <p:cNvCxnSpPr>
            <a:cxnSpLocks/>
            <a:stCxn id="91" idx="3"/>
            <a:endCxn id="19" idx="3"/>
          </p:cNvCxnSpPr>
          <p:nvPr/>
        </p:nvCxnSpPr>
        <p:spPr>
          <a:xfrm flipH="1" flipV="1">
            <a:off x="4180496" y="1323397"/>
            <a:ext cx="2314651" cy="2923142"/>
          </a:xfrm>
          <a:prstGeom prst="bentConnector3">
            <a:avLst>
              <a:gd name="adj1" fmla="val -673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 : en angle 30">
            <a:extLst>
              <a:ext uri="{FF2B5EF4-FFF2-40B4-BE49-F238E27FC236}">
                <a16:creationId xmlns:a16="http://schemas.microsoft.com/office/drawing/2014/main" id="{619880F2-82B3-5E15-6419-B3D2CB28DD6F}"/>
              </a:ext>
            </a:extLst>
          </p:cNvPr>
          <p:cNvCxnSpPr>
            <a:cxnSpLocks/>
            <a:stCxn id="91" idx="1"/>
            <a:endCxn id="45" idx="6"/>
          </p:cNvCxnSpPr>
          <p:nvPr/>
        </p:nvCxnSpPr>
        <p:spPr>
          <a:xfrm rot="10800000">
            <a:off x="3370182" y="4243407"/>
            <a:ext cx="1289846" cy="31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DC0DC649-9FCD-C206-FBE4-80F5EEFAFB9E}"/>
              </a:ext>
            </a:extLst>
          </p:cNvPr>
          <p:cNvSpPr txBox="1"/>
          <p:nvPr/>
        </p:nvSpPr>
        <p:spPr>
          <a:xfrm>
            <a:off x="5577588" y="3756349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F2B9DA91-58D4-E12D-CEE6-8F5CEE75F978}"/>
              </a:ext>
            </a:extLst>
          </p:cNvPr>
          <p:cNvCxnSpPr>
            <a:endCxn id="77" idx="0"/>
          </p:cNvCxnSpPr>
          <p:nvPr/>
        </p:nvCxnSpPr>
        <p:spPr>
          <a:xfrm>
            <a:off x="5580384" y="4253832"/>
            <a:ext cx="0" cy="418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hape 18">
            <a:extLst>
              <a:ext uri="{FF2B5EF4-FFF2-40B4-BE49-F238E27FC236}">
                <a16:creationId xmlns:a16="http://schemas.microsoft.com/office/drawing/2014/main" id="{5CB5E163-BFD3-AE67-F38D-6FC1615B7AD5}"/>
              </a:ext>
            </a:extLst>
          </p:cNvPr>
          <p:cNvSpPr/>
          <p:nvPr/>
        </p:nvSpPr>
        <p:spPr>
          <a:xfrm>
            <a:off x="4571999" y="2762695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Card_node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61C2B8D-11F5-4AEA-3FBA-85ED36A82956}"/>
              </a:ext>
            </a:extLst>
          </p:cNvPr>
          <p:cNvSpPr txBox="1"/>
          <p:nvPr/>
        </p:nvSpPr>
        <p:spPr>
          <a:xfrm>
            <a:off x="5684771" y="2969526"/>
            <a:ext cx="14903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Film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card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FilmDetail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53A48E72-6100-78F7-F873-495A155B2908}"/>
              </a:ext>
            </a:extLst>
          </p:cNvPr>
          <p:cNvSpPr txBox="1"/>
          <p:nvPr/>
        </p:nvSpPr>
        <p:spPr>
          <a:xfrm>
            <a:off x="6534368" y="4007679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RETRY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415B6BC-8798-17E1-EA48-442682D3AB9E}"/>
              </a:ext>
            </a:extLst>
          </p:cNvPr>
          <p:cNvSpPr txBox="1"/>
          <p:nvPr/>
        </p:nvSpPr>
        <p:spPr>
          <a:xfrm>
            <a:off x="3835737" y="4022810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</a:rPr>
              <a:t>FAIL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1140417B-6C61-0FBF-2EC7-7FEB4E6893AC}"/>
              </a:ext>
            </a:extLst>
          </p:cNvPr>
          <p:cNvSpPr txBox="1"/>
          <p:nvPr/>
        </p:nvSpPr>
        <p:spPr>
          <a:xfrm>
            <a:off x="5179680" y="4319453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</a:rPr>
              <a:t>PASS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991F8858-C938-49B8-49F0-AE2F79B291E4}"/>
              </a:ext>
            </a:extLst>
          </p:cNvPr>
          <p:cNvSpPr txBox="1"/>
          <p:nvPr/>
        </p:nvSpPr>
        <p:spPr>
          <a:xfrm>
            <a:off x="3246174" y="4180723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Aucun film</a:t>
            </a:r>
          </a:p>
        </p:txBody>
      </p:sp>
      <p:sp>
        <p:nvSpPr>
          <p:cNvPr id="91" name="Shape 18">
            <a:extLst>
              <a:ext uri="{FF2B5EF4-FFF2-40B4-BE49-F238E27FC236}">
                <a16:creationId xmlns:a16="http://schemas.microsoft.com/office/drawing/2014/main" id="{18A76920-8636-006C-6371-4B2BE7958F60}"/>
              </a:ext>
            </a:extLst>
          </p:cNvPr>
          <p:cNvSpPr/>
          <p:nvPr/>
        </p:nvSpPr>
        <p:spPr>
          <a:xfrm>
            <a:off x="4660028" y="4124632"/>
            <a:ext cx="1835119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114300" dist="50800" dir="16200000" algn="bl" rotWithShape="0">
              <a:schemeClr val="accent1">
                <a:alpha val="30000"/>
              </a:scheme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Route_validation_ok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3B445AC7-D54F-3C67-6BE3-03FF562ABD9C}"/>
              </a:ext>
            </a:extLst>
          </p:cNvPr>
          <p:cNvCxnSpPr>
            <a:cxnSpLocks/>
            <a:stCxn id="23" idx="2"/>
            <a:endCxn id="91" idx="0"/>
          </p:cNvCxnSpPr>
          <p:nvPr/>
        </p:nvCxnSpPr>
        <p:spPr>
          <a:xfrm>
            <a:off x="5577588" y="3774854"/>
            <a:ext cx="0" cy="349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ZoneTexte 116">
            <a:extLst>
              <a:ext uri="{FF2B5EF4-FFF2-40B4-BE49-F238E27FC236}">
                <a16:creationId xmlns:a16="http://schemas.microsoft.com/office/drawing/2014/main" id="{A4EB3532-1D11-723F-34C1-A27EB210B2CF}"/>
              </a:ext>
            </a:extLst>
          </p:cNvPr>
          <p:cNvSpPr txBox="1"/>
          <p:nvPr/>
        </p:nvSpPr>
        <p:spPr>
          <a:xfrm>
            <a:off x="611603" y="1664815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RETRY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803B91B5-5094-4C96-6303-B581F6E34A21}"/>
              </a:ext>
            </a:extLst>
          </p:cNvPr>
          <p:cNvSpPr txBox="1"/>
          <p:nvPr/>
        </p:nvSpPr>
        <p:spPr>
          <a:xfrm>
            <a:off x="2327139" y="2031936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</a:rPr>
              <a:t>FAIL</a:t>
            </a:r>
          </a:p>
        </p:txBody>
      </p:sp>
      <p:sp>
        <p:nvSpPr>
          <p:cNvPr id="125" name="Shape 18">
            <a:extLst>
              <a:ext uri="{FF2B5EF4-FFF2-40B4-BE49-F238E27FC236}">
                <a16:creationId xmlns:a16="http://schemas.microsoft.com/office/drawing/2014/main" id="{D38E4237-F902-D603-5F39-E56EB14CD133}"/>
              </a:ext>
            </a:extLst>
          </p:cNvPr>
          <p:cNvSpPr/>
          <p:nvPr/>
        </p:nvSpPr>
        <p:spPr>
          <a:xfrm>
            <a:off x="2281935" y="1788123"/>
            <a:ext cx="1835119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114300" dist="50800" dir="16200000" algn="bl" rotWithShape="0">
              <a:schemeClr val="accent1">
                <a:alpha val="30000"/>
              </a:scheme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route_id_valid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132" name="Connecteur : en angle 131">
            <a:extLst>
              <a:ext uri="{FF2B5EF4-FFF2-40B4-BE49-F238E27FC236}">
                <a16:creationId xmlns:a16="http://schemas.microsoft.com/office/drawing/2014/main" id="{5DA7F438-30CC-2719-679D-0B7A068E036F}"/>
              </a:ext>
            </a:extLst>
          </p:cNvPr>
          <p:cNvCxnSpPr>
            <a:stCxn id="125" idx="2"/>
            <a:endCxn id="45" idx="0"/>
          </p:cNvCxnSpPr>
          <p:nvPr/>
        </p:nvCxnSpPr>
        <p:spPr>
          <a:xfrm rot="5400000">
            <a:off x="2179104" y="3052327"/>
            <a:ext cx="204078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2B084565-92D7-069E-2657-593EC01472D2}"/>
              </a:ext>
            </a:extLst>
          </p:cNvPr>
          <p:cNvSpPr txBox="1"/>
          <p:nvPr/>
        </p:nvSpPr>
        <p:spPr>
          <a:xfrm>
            <a:off x="3719632" y="1651121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</a:rPr>
              <a:t>PASS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C86251EE-7E8E-FE20-A261-C811E1984F11}"/>
              </a:ext>
            </a:extLst>
          </p:cNvPr>
          <p:cNvSpPr txBox="1"/>
          <p:nvPr/>
        </p:nvSpPr>
        <p:spPr>
          <a:xfrm>
            <a:off x="3384249" y="1377230"/>
            <a:ext cx="8730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Id_film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0D98D95-86FF-6D8F-847C-E1CD9AE9F02F}"/>
              </a:ext>
            </a:extLst>
          </p:cNvPr>
          <p:cNvSpPr/>
          <p:nvPr/>
        </p:nvSpPr>
        <p:spPr>
          <a:xfrm>
            <a:off x="4311745" y="1966373"/>
            <a:ext cx="2588455" cy="19907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15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08B7B-93BA-FE9C-5739-01AB6DE4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9C2F4E20-0733-A018-9EE2-622FFD7191A4}"/>
              </a:ext>
            </a:extLst>
          </p:cNvPr>
          <p:cNvSpPr/>
          <p:nvPr/>
        </p:nvSpPr>
        <p:spPr>
          <a:xfrm>
            <a:off x="486148" y="2345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</a:t>
            </a:r>
            <a:r>
              <a:rPr lang="en-US" sz="2400" b="1" dirty="0" err="1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</a:t>
            </a: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search</a:t>
            </a:r>
            <a:endParaRPr lang="en-US" sz="24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53F726E-6F2D-B956-6353-2F5144626B49}"/>
              </a:ext>
            </a:extLst>
          </p:cNvPr>
          <p:cNvSpPr/>
          <p:nvPr/>
        </p:nvSpPr>
        <p:spPr>
          <a:xfrm>
            <a:off x="2723175" y="1123747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Merge_filters_node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C3E85D4-7B0C-CB0F-2EC5-FFFA485282EC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703811" y="691744"/>
            <a:ext cx="0" cy="432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C4C41A0-240F-21F5-18D4-72807CDF56F2}"/>
              </a:ext>
            </a:extLst>
          </p:cNvPr>
          <p:cNvCxnSpPr>
            <a:cxnSpLocks/>
            <a:stCxn id="19" idx="2"/>
            <a:endCxn id="88" idx="0"/>
          </p:cNvCxnSpPr>
          <p:nvPr/>
        </p:nvCxnSpPr>
        <p:spPr>
          <a:xfrm>
            <a:off x="3703811" y="1367560"/>
            <a:ext cx="0" cy="415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4A73A5AC-5B82-7E5B-643D-04BD12B5B058}"/>
              </a:ext>
            </a:extLst>
          </p:cNvPr>
          <p:cNvSpPr txBox="1"/>
          <p:nvPr/>
        </p:nvSpPr>
        <p:spPr>
          <a:xfrm>
            <a:off x="2234520" y="691744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initial_filters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Shape 18">
            <a:extLst>
              <a:ext uri="{FF2B5EF4-FFF2-40B4-BE49-F238E27FC236}">
                <a16:creationId xmlns:a16="http://schemas.microsoft.com/office/drawing/2014/main" id="{24BC8768-52D9-8802-18EC-48012D889DC3}"/>
              </a:ext>
            </a:extLst>
          </p:cNvPr>
          <p:cNvSpPr/>
          <p:nvPr/>
        </p:nvSpPr>
        <p:spPr>
          <a:xfrm>
            <a:off x="2723175" y="1783454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Search_vector_node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352304DB-009C-8344-1C1C-D04F16540F6A}"/>
              </a:ext>
            </a:extLst>
          </p:cNvPr>
          <p:cNvSpPr txBox="1"/>
          <p:nvPr/>
        </p:nvSpPr>
        <p:spPr>
          <a:xfrm>
            <a:off x="4684447" y="1763842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rgbClr val="C00000"/>
                </a:solidFill>
              </a:rPr>
              <a:t>Avec 5 films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01A75BC1-61ED-01B9-D602-D1661B92FC9C}"/>
              </a:ext>
            </a:extLst>
          </p:cNvPr>
          <p:cNvSpPr txBox="1"/>
          <p:nvPr/>
        </p:nvSpPr>
        <p:spPr>
          <a:xfrm>
            <a:off x="3821043" y="1355984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sql_filters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9" name="Shape 18">
            <a:extLst>
              <a:ext uri="{FF2B5EF4-FFF2-40B4-BE49-F238E27FC236}">
                <a16:creationId xmlns:a16="http://schemas.microsoft.com/office/drawing/2014/main" id="{040A5857-D370-D4CA-AD52-8A3BC384B027}"/>
              </a:ext>
            </a:extLst>
          </p:cNvPr>
          <p:cNvSpPr/>
          <p:nvPr/>
        </p:nvSpPr>
        <p:spPr>
          <a:xfrm>
            <a:off x="5303593" y="2615918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Format_Cards</a:t>
            </a:r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 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CEEE8A5C-ADE4-F4CD-C621-27EAA49CCD5A}"/>
              </a:ext>
            </a:extLst>
          </p:cNvPr>
          <p:cNvSpPr txBox="1"/>
          <p:nvPr/>
        </p:nvSpPr>
        <p:spPr>
          <a:xfrm>
            <a:off x="4553559" y="2006442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FilmShort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0" name="Shape 18">
            <a:extLst>
              <a:ext uri="{FF2B5EF4-FFF2-40B4-BE49-F238E27FC236}">
                <a16:creationId xmlns:a16="http://schemas.microsoft.com/office/drawing/2014/main" id="{29409FB7-7BCC-6E9F-3FD3-D3D01156FE51}"/>
              </a:ext>
            </a:extLst>
          </p:cNvPr>
          <p:cNvSpPr/>
          <p:nvPr/>
        </p:nvSpPr>
        <p:spPr>
          <a:xfrm>
            <a:off x="5303593" y="3406460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Validation_film_node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A460E603-0B02-BD48-A238-D28ADC4A13E6}"/>
              </a:ext>
            </a:extLst>
          </p:cNvPr>
          <p:cNvCxnSpPr>
            <a:stCxn id="99" idx="2"/>
            <a:endCxn id="110" idx="0"/>
          </p:cNvCxnSpPr>
          <p:nvPr/>
        </p:nvCxnSpPr>
        <p:spPr>
          <a:xfrm>
            <a:off x="6284229" y="2859731"/>
            <a:ext cx="0" cy="546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ZoneTexte 117">
            <a:extLst>
              <a:ext uri="{FF2B5EF4-FFF2-40B4-BE49-F238E27FC236}">
                <a16:creationId xmlns:a16="http://schemas.microsoft.com/office/drawing/2014/main" id="{DC11AAE5-C558-608A-DDB6-EF6473B58D1A}"/>
              </a:ext>
            </a:extLst>
          </p:cNvPr>
          <p:cNvSpPr txBox="1"/>
          <p:nvPr/>
        </p:nvSpPr>
        <p:spPr>
          <a:xfrm>
            <a:off x="6416364" y="2836966"/>
            <a:ext cx="14903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Films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cards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FilmShort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0" name="Connecteur : en angle 119">
            <a:extLst>
              <a:ext uri="{FF2B5EF4-FFF2-40B4-BE49-F238E27FC236}">
                <a16:creationId xmlns:a16="http://schemas.microsoft.com/office/drawing/2014/main" id="{5B4D02C6-8E81-96F0-B41C-005C5F0E0B19}"/>
              </a:ext>
            </a:extLst>
          </p:cNvPr>
          <p:cNvCxnSpPr>
            <a:cxnSpLocks/>
            <a:stCxn id="208" idx="3"/>
            <a:endCxn id="19" idx="3"/>
          </p:cNvCxnSpPr>
          <p:nvPr/>
        </p:nvCxnSpPr>
        <p:spPr>
          <a:xfrm flipH="1" flipV="1">
            <a:off x="4684447" y="1245654"/>
            <a:ext cx="2517341" cy="2951348"/>
          </a:xfrm>
          <a:prstGeom prst="bentConnector3">
            <a:avLst>
              <a:gd name="adj1" fmla="val -534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ZoneTexte 121">
            <a:extLst>
              <a:ext uri="{FF2B5EF4-FFF2-40B4-BE49-F238E27FC236}">
                <a16:creationId xmlns:a16="http://schemas.microsoft.com/office/drawing/2014/main" id="{6ADBDDAE-274E-CA82-6E20-05E387EAF973}"/>
              </a:ext>
            </a:extLst>
          </p:cNvPr>
          <p:cNvSpPr txBox="1"/>
          <p:nvPr/>
        </p:nvSpPr>
        <p:spPr>
          <a:xfrm>
            <a:off x="7201788" y="4152247"/>
            <a:ext cx="16713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RETRY </a:t>
            </a:r>
          </a:p>
          <a:p>
            <a:r>
              <a:rPr lang="fr-FR" sz="1100" dirty="0">
                <a:solidFill>
                  <a:schemeClr val="bg1"/>
                </a:solidFill>
              </a:rPr>
              <a:t>Aucun film cohérent</a:t>
            </a:r>
          </a:p>
        </p:txBody>
      </p:sp>
      <p:cxnSp>
        <p:nvCxnSpPr>
          <p:cNvPr id="138" name="Connecteur droit avec flèche 137">
            <a:extLst>
              <a:ext uri="{FF2B5EF4-FFF2-40B4-BE49-F238E27FC236}">
                <a16:creationId xmlns:a16="http://schemas.microsoft.com/office/drawing/2014/main" id="{E5F38329-78CC-64B1-D08B-4D2881ACD400}"/>
              </a:ext>
            </a:extLst>
          </p:cNvPr>
          <p:cNvCxnSpPr>
            <a:cxnSpLocks/>
            <a:stCxn id="88" idx="2"/>
          </p:cNvCxnSpPr>
          <p:nvPr/>
        </p:nvCxnSpPr>
        <p:spPr>
          <a:xfrm>
            <a:off x="3703811" y="2027267"/>
            <a:ext cx="0" cy="261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 : en angle 140">
            <a:extLst>
              <a:ext uri="{FF2B5EF4-FFF2-40B4-BE49-F238E27FC236}">
                <a16:creationId xmlns:a16="http://schemas.microsoft.com/office/drawing/2014/main" id="{E1DCBD90-B3D2-DE90-CF94-0976FA2F9A76}"/>
              </a:ext>
            </a:extLst>
          </p:cNvPr>
          <p:cNvCxnSpPr>
            <a:cxnSpLocks/>
            <a:stCxn id="217" idx="3"/>
            <a:endCxn id="99" idx="0"/>
          </p:cNvCxnSpPr>
          <p:nvPr/>
        </p:nvCxnSpPr>
        <p:spPr>
          <a:xfrm>
            <a:off x="4617450" y="2429646"/>
            <a:ext cx="1666779" cy="1862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 : en angle 151">
            <a:extLst>
              <a:ext uri="{FF2B5EF4-FFF2-40B4-BE49-F238E27FC236}">
                <a16:creationId xmlns:a16="http://schemas.microsoft.com/office/drawing/2014/main" id="{814A0C49-50FB-C64D-5A93-2475F9DD8AEC}"/>
              </a:ext>
            </a:extLst>
          </p:cNvPr>
          <p:cNvCxnSpPr>
            <a:cxnSpLocks/>
            <a:stCxn id="217" idx="2"/>
            <a:endCxn id="155" idx="0"/>
          </p:cNvCxnSpPr>
          <p:nvPr/>
        </p:nvCxnSpPr>
        <p:spPr>
          <a:xfrm rot="16200000" flipH="1">
            <a:off x="2964470" y="3286973"/>
            <a:ext cx="1474763" cy="39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ZoneTexte 152">
            <a:extLst>
              <a:ext uri="{FF2B5EF4-FFF2-40B4-BE49-F238E27FC236}">
                <a16:creationId xmlns:a16="http://schemas.microsoft.com/office/drawing/2014/main" id="{1C440AC5-FDDF-05BE-C64E-0BF7993D307F}"/>
              </a:ext>
            </a:extLst>
          </p:cNvPr>
          <p:cNvSpPr txBox="1"/>
          <p:nvPr/>
        </p:nvSpPr>
        <p:spPr>
          <a:xfrm>
            <a:off x="1327474" y="2011171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Aucun film</a:t>
            </a:r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DADAB941-CEAF-8835-051C-78CB060B71AD}"/>
              </a:ext>
            </a:extLst>
          </p:cNvPr>
          <p:cNvSpPr/>
          <p:nvPr/>
        </p:nvSpPr>
        <p:spPr>
          <a:xfrm>
            <a:off x="3533123" y="4026315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AFC02737-7178-5BC1-628A-5B2E63D89F57}"/>
              </a:ext>
            </a:extLst>
          </p:cNvPr>
          <p:cNvSpPr txBox="1"/>
          <p:nvPr/>
        </p:nvSpPr>
        <p:spPr>
          <a:xfrm>
            <a:off x="1841576" y="4058282"/>
            <a:ext cx="1691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Agent </a:t>
            </a:r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Narrateur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188" name="Connecteur : en angle 187">
            <a:extLst>
              <a:ext uri="{FF2B5EF4-FFF2-40B4-BE49-F238E27FC236}">
                <a16:creationId xmlns:a16="http://schemas.microsoft.com/office/drawing/2014/main" id="{D4246AE3-A473-C6CD-59AF-AC6AFE12296D}"/>
              </a:ext>
            </a:extLst>
          </p:cNvPr>
          <p:cNvCxnSpPr>
            <a:cxnSpLocks/>
            <a:stCxn id="208" idx="1"/>
            <a:endCxn id="155" idx="6"/>
          </p:cNvCxnSpPr>
          <p:nvPr/>
        </p:nvCxnSpPr>
        <p:spPr>
          <a:xfrm rot="10800000" flipV="1">
            <a:off x="3874499" y="4197001"/>
            <a:ext cx="1492170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ZoneTexte 188">
            <a:extLst>
              <a:ext uri="{FF2B5EF4-FFF2-40B4-BE49-F238E27FC236}">
                <a16:creationId xmlns:a16="http://schemas.microsoft.com/office/drawing/2014/main" id="{FCE505B1-073F-1374-3CE8-97A80B8F73B3}"/>
              </a:ext>
            </a:extLst>
          </p:cNvPr>
          <p:cNvSpPr txBox="1"/>
          <p:nvPr/>
        </p:nvSpPr>
        <p:spPr>
          <a:xfrm>
            <a:off x="4538931" y="3973550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</a:rPr>
              <a:t>FAIL</a:t>
            </a:r>
          </a:p>
        </p:txBody>
      </p:sp>
      <p:sp>
        <p:nvSpPr>
          <p:cNvPr id="190" name="ZoneTexte 189">
            <a:extLst>
              <a:ext uri="{FF2B5EF4-FFF2-40B4-BE49-F238E27FC236}">
                <a16:creationId xmlns:a16="http://schemas.microsoft.com/office/drawing/2014/main" id="{0806864B-A15C-FFC6-464A-BB4690D2BD86}"/>
              </a:ext>
            </a:extLst>
          </p:cNvPr>
          <p:cNvSpPr txBox="1"/>
          <p:nvPr/>
        </p:nvSpPr>
        <p:spPr>
          <a:xfrm>
            <a:off x="3631228" y="3835987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Aucun film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103CC357-8E2F-346E-B6E5-E7FC573B24A0}"/>
              </a:ext>
            </a:extLst>
          </p:cNvPr>
          <p:cNvSpPr/>
          <p:nvPr/>
        </p:nvSpPr>
        <p:spPr>
          <a:xfrm>
            <a:off x="6113541" y="4705130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7" name="ZoneTexte 196">
            <a:extLst>
              <a:ext uri="{FF2B5EF4-FFF2-40B4-BE49-F238E27FC236}">
                <a16:creationId xmlns:a16="http://schemas.microsoft.com/office/drawing/2014/main" id="{925EE974-3417-4F30-2FA0-D77CEAED6271}"/>
              </a:ext>
            </a:extLst>
          </p:cNvPr>
          <p:cNvSpPr txBox="1"/>
          <p:nvPr/>
        </p:nvSpPr>
        <p:spPr>
          <a:xfrm>
            <a:off x="4443742" y="4740117"/>
            <a:ext cx="16697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END-RAG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198" name="ZoneTexte 197">
            <a:extLst>
              <a:ext uri="{FF2B5EF4-FFF2-40B4-BE49-F238E27FC236}">
                <a16:creationId xmlns:a16="http://schemas.microsoft.com/office/drawing/2014/main" id="{C7401086-AEEC-4A91-DF7D-3532C0842610}"/>
              </a:ext>
            </a:extLst>
          </p:cNvPr>
          <p:cNvSpPr txBox="1"/>
          <p:nvPr/>
        </p:nvSpPr>
        <p:spPr>
          <a:xfrm>
            <a:off x="6284229" y="3678606"/>
            <a:ext cx="1490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00" name="Connecteur droit avec flèche 199">
            <a:extLst>
              <a:ext uri="{FF2B5EF4-FFF2-40B4-BE49-F238E27FC236}">
                <a16:creationId xmlns:a16="http://schemas.microsoft.com/office/drawing/2014/main" id="{3A902161-22C5-B754-243E-0D74F28B56A8}"/>
              </a:ext>
            </a:extLst>
          </p:cNvPr>
          <p:cNvCxnSpPr>
            <a:cxnSpLocks/>
            <a:stCxn id="110" idx="2"/>
            <a:endCxn id="208" idx="0"/>
          </p:cNvCxnSpPr>
          <p:nvPr/>
        </p:nvCxnSpPr>
        <p:spPr>
          <a:xfrm>
            <a:off x="6284229" y="3650273"/>
            <a:ext cx="0" cy="424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ZoneTexte 204">
            <a:extLst>
              <a:ext uri="{FF2B5EF4-FFF2-40B4-BE49-F238E27FC236}">
                <a16:creationId xmlns:a16="http://schemas.microsoft.com/office/drawing/2014/main" id="{D56BE521-2927-804A-BAC0-AEAC666AA34B}"/>
              </a:ext>
            </a:extLst>
          </p:cNvPr>
          <p:cNvSpPr txBox="1"/>
          <p:nvPr/>
        </p:nvSpPr>
        <p:spPr>
          <a:xfrm>
            <a:off x="5025293" y="4264719"/>
            <a:ext cx="1241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</a:rPr>
              <a:t>PASS </a:t>
            </a:r>
          </a:p>
          <a:p>
            <a:pPr algn="r"/>
            <a:r>
              <a:rPr lang="fr-FR" sz="1100" dirty="0">
                <a:solidFill>
                  <a:schemeClr val="bg1"/>
                </a:solidFill>
              </a:rPr>
              <a:t>films cohérents</a:t>
            </a:r>
          </a:p>
        </p:txBody>
      </p:sp>
      <p:sp>
        <p:nvSpPr>
          <p:cNvPr id="208" name="Shape 18">
            <a:extLst>
              <a:ext uri="{FF2B5EF4-FFF2-40B4-BE49-F238E27FC236}">
                <a16:creationId xmlns:a16="http://schemas.microsoft.com/office/drawing/2014/main" id="{3AEED18D-A217-756F-1AB4-23D79CDB2FF1}"/>
              </a:ext>
            </a:extLst>
          </p:cNvPr>
          <p:cNvSpPr/>
          <p:nvPr/>
        </p:nvSpPr>
        <p:spPr>
          <a:xfrm>
            <a:off x="5366669" y="4075095"/>
            <a:ext cx="1835119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114300" dist="50800" dir="16200000" algn="bl" rotWithShape="0">
              <a:schemeClr val="accent1">
                <a:alpha val="30000"/>
              </a:scheme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Route_validation_ok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217" name="Shape 18">
            <a:extLst>
              <a:ext uri="{FF2B5EF4-FFF2-40B4-BE49-F238E27FC236}">
                <a16:creationId xmlns:a16="http://schemas.microsoft.com/office/drawing/2014/main" id="{75A0A41D-3538-C187-20CD-F89B2B88057C}"/>
              </a:ext>
            </a:extLst>
          </p:cNvPr>
          <p:cNvSpPr/>
          <p:nvPr/>
        </p:nvSpPr>
        <p:spPr>
          <a:xfrm>
            <a:off x="2782331" y="2307739"/>
            <a:ext cx="1835119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114300" dist="50800" dir="16200000" algn="bl" rotWithShape="0">
              <a:schemeClr val="accent1">
                <a:alpha val="30000"/>
              </a:scheme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route_id_valid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224" name="Connecteur : en angle 223">
            <a:extLst>
              <a:ext uri="{FF2B5EF4-FFF2-40B4-BE49-F238E27FC236}">
                <a16:creationId xmlns:a16="http://schemas.microsoft.com/office/drawing/2014/main" id="{D514716B-FA12-B1CE-92F3-94E84F618386}"/>
              </a:ext>
            </a:extLst>
          </p:cNvPr>
          <p:cNvCxnSpPr>
            <a:stCxn id="217" idx="1"/>
            <a:endCxn id="19" idx="1"/>
          </p:cNvCxnSpPr>
          <p:nvPr/>
        </p:nvCxnSpPr>
        <p:spPr>
          <a:xfrm rot="10800000">
            <a:off x="2723175" y="1245654"/>
            <a:ext cx="59156" cy="1183992"/>
          </a:xfrm>
          <a:prstGeom prst="bentConnector3">
            <a:avLst>
              <a:gd name="adj1" fmla="val 3744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eur droit avec flèche 236">
            <a:extLst>
              <a:ext uri="{FF2B5EF4-FFF2-40B4-BE49-F238E27FC236}">
                <a16:creationId xmlns:a16="http://schemas.microsoft.com/office/drawing/2014/main" id="{21A3EC8A-E5CB-C4AD-2A11-94FCB52862AA}"/>
              </a:ext>
            </a:extLst>
          </p:cNvPr>
          <p:cNvCxnSpPr>
            <a:stCxn id="208" idx="2"/>
            <a:endCxn id="196" idx="0"/>
          </p:cNvCxnSpPr>
          <p:nvPr/>
        </p:nvCxnSpPr>
        <p:spPr>
          <a:xfrm>
            <a:off x="6284229" y="4318908"/>
            <a:ext cx="0" cy="386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168D44A-5CD3-C843-8FE6-238345E84FC1}"/>
              </a:ext>
            </a:extLst>
          </p:cNvPr>
          <p:cNvSpPr/>
          <p:nvPr/>
        </p:nvSpPr>
        <p:spPr>
          <a:xfrm>
            <a:off x="5012310" y="2479025"/>
            <a:ext cx="2588455" cy="150221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8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8B064-7183-1F36-00B5-417C5DCE8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516475E6-A8C1-6336-2DEE-04D5A7CD3333}"/>
              </a:ext>
            </a:extLst>
          </p:cNvPr>
          <p:cNvSpPr/>
          <p:nvPr/>
        </p:nvSpPr>
        <p:spPr>
          <a:xfrm>
            <a:off x="457200" y="274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END-RAG</a:t>
            </a:r>
            <a:endParaRPr lang="en-US" sz="2400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2170B19-184D-4517-61D0-7C5345F2AEA9}"/>
              </a:ext>
            </a:extLst>
          </p:cNvPr>
          <p:cNvCxnSpPr>
            <a:cxnSpLocks/>
          </p:cNvCxnSpPr>
          <p:nvPr/>
        </p:nvCxnSpPr>
        <p:spPr>
          <a:xfrm>
            <a:off x="4258211" y="1074364"/>
            <a:ext cx="0" cy="481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B33A2A87-C2FB-D9C9-6E68-3ED55FBB8D2A}"/>
              </a:ext>
            </a:extLst>
          </p:cNvPr>
          <p:cNvSpPr txBox="1"/>
          <p:nvPr/>
        </p:nvSpPr>
        <p:spPr>
          <a:xfrm>
            <a:off x="3528645" y="630496"/>
            <a:ext cx="14903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data_enrich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8639926-2901-91DA-E146-71547EF0F625}"/>
              </a:ext>
            </a:extLst>
          </p:cNvPr>
          <p:cNvSpPr/>
          <p:nvPr/>
        </p:nvSpPr>
        <p:spPr>
          <a:xfrm>
            <a:off x="2360732" y="1853388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7B09E5F-8D98-1D6E-B735-1C34737E033C}"/>
              </a:ext>
            </a:extLst>
          </p:cNvPr>
          <p:cNvSpPr txBox="1"/>
          <p:nvPr/>
        </p:nvSpPr>
        <p:spPr>
          <a:xfrm>
            <a:off x="669185" y="1902168"/>
            <a:ext cx="1691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Agent WIKI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BC3251A8-0F20-5A3E-5233-761EFD767702}"/>
              </a:ext>
            </a:extLst>
          </p:cNvPr>
          <p:cNvCxnSpPr>
            <a:cxnSpLocks/>
            <a:stCxn id="55" idx="1"/>
            <a:endCxn id="5" idx="0"/>
          </p:cNvCxnSpPr>
          <p:nvPr/>
        </p:nvCxnSpPr>
        <p:spPr>
          <a:xfrm rot="10800000" flipV="1">
            <a:off x="2531421" y="1667908"/>
            <a:ext cx="853017" cy="1854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0D157747-ADD3-2B92-DADF-425FF4A4DA0C}"/>
              </a:ext>
            </a:extLst>
          </p:cNvPr>
          <p:cNvSpPr txBox="1"/>
          <p:nvPr/>
        </p:nvSpPr>
        <p:spPr>
          <a:xfrm>
            <a:off x="2766447" y="1675537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ENRICH</a:t>
            </a:r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B933C57F-E0F7-0719-359F-B0F67363ACA3}"/>
              </a:ext>
            </a:extLst>
          </p:cNvPr>
          <p:cNvSpPr/>
          <p:nvPr/>
        </p:nvSpPr>
        <p:spPr>
          <a:xfrm>
            <a:off x="4665881" y="2025279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send_card_node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711760F9-8C04-15CF-5981-F5011859DFF9}"/>
              </a:ext>
            </a:extLst>
          </p:cNvPr>
          <p:cNvCxnSpPr>
            <a:cxnSpLocks/>
            <a:stCxn id="55" idx="3"/>
            <a:endCxn id="14" idx="0"/>
          </p:cNvCxnSpPr>
          <p:nvPr/>
        </p:nvCxnSpPr>
        <p:spPr>
          <a:xfrm>
            <a:off x="5034380" y="1667909"/>
            <a:ext cx="612137" cy="3573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D44A8D7A-5898-86F1-B632-391567ABDA76}"/>
              </a:ext>
            </a:extLst>
          </p:cNvPr>
          <p:cNvSpPr txBox="1"/>
          <p:nvPr/>
        </p:nvSpPr>
        <p:spPr>
          <a:xfrm>
            <a:off x="1854002" y="948984"/>
            <a:ext cx="1490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enrich_id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</a:p>
          <a:p>
            <a:pPr algn="r"/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Sujet = synopsis +</a:t>
            </a:r>
          </a:p>
          <a:p>
            <a:pPr algn="r"/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From = RAG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DDAEB68-DF3A-B92C-C473-B5449A78E938}"/>
              </a:ext>
            </a:extLst>
          </p:cNvPr>
          <p:cNvSpPr txBox="1"/>
          <p:nvPr/>
        </p:nvSpPr>
        <p:spPr>
          <a:xfrm>
            <a:off x="5248694" y="1281041"/>
            <a:ext cx="21655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data_enrich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8E7E65B5-A3B5-0F92-019A-77335FF83D53}"/>
              </a:ext>
            </a:extLst>
          </p:cNvPr>
          <p:cNvCxnSpPr>
            <a:cxnSpLocks/>
            <a:stCxn id="14" idx="2"/>
            <a:endCxn id="46" idx="0"/>
          </p:cNvCxnSpPr>
          <p:nvPr/>
        </p:nvCxnSpPr>
        <p:spPr>
          <a:xfrm flipH="1">
            <a:off x="5646516" y="2269092"/>
            <a:ext cx="1" cy="660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B82F93F3-5C1C-B1AF-38E9-5C048F34A7C9}"/>
              </a:ext>
            </a:extLst>
          </p:cNvPr>
          <p:cNvSpPr txBox="1"/>
          <p:nvPr/>
        </p:nvSpPr>
        <p:spPr>
          <a:xfrm>
            <a:off x="5646516" y="2241963"/>
            <a:ext cx="1767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</a:p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enrich_synopsis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 </a:t>
            </a:r>
          </a:p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last_displayed_movie_ids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6D6E581B-1452-EFA1-776C-3D3D40E5BC37}"/>
              </a:ext>
            </a:extLst>
          </p:cNvPr>
          <p:cNvSpPr/>
          <p:nvPr/>
        </p:nvSpPr>
        <p:spPr>
          <a:xfrm>
            <a:off x="5475829" y="3537432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50C8B0AD-5B50-5EAD-065D-A025BD2E54F6}"/>
              </a:ext>
            </a:extLst>
          </p:cNvPr>
          <p:cNvSpPr txBox="1"/>
          <p:nvPr/>
        </p:nvSpPr>
        <p:spPr>
          <a:xfrm>
            <a:off x="3773421" y="3587077"/>
            <a:ext cx="1691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Agent </a:t>
            </a:r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Narrateur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984CDEC8-289A-5115-EAF8-0284D85688BA}"/>
              </a:ext>
            </a:extLst>
          </p:cNvPr>
          <p:cNvSpPr/>
          <p:nvPr/>
        </p:nvSpPr>
        <p:spPr>
          <a:xfrm>
            <a:off x="4665880" y="2929766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Save_film_node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102C4DB-FF76-7B12-6EAE-18D1422810C1}"/>
              </a:ext>
            </a:extLst>
          </p:cNvPr>
          <p:cNvSpPr txBox="1"/>
          <p:nvPr/>
        </p:nvSpPr>
        <p:spPr>
          <a:xfrm>
            <a:off x="6603893" y="2851617"/>
            <a:ext cx="162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C00000"/>
                </a:solidFill>
              </a:rPr>
              <a:t>Sauvegarde en mémoire utilisateur des info films</a:t>
            </a: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6401282-5F0E-E444-C785-E3B8B882E5EC}"/>
              </a:ext>
            </a:extLst>
          </p:cNvPr>
          <p:cNvCxnSpPr>
            <a:stCxn id="46" idx="2"/>
            <a:endCxn id="42" idx="0"/>
          </p:cNvCxnSpPr>
          <p:nvPr/>
        </p:nvCxnSpPr>
        <p:spPr>
          <a:xfrm>
            <a:off x="5646516" y="3173579"/>
            <a:ext cx="1" cy="36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Shape 18">
            <a:extLst>
              <a:ext uri="{FF2B5EF4-FFF2-40B4-BE49-F238E27FC236}">
                <a16:creationId xmlns:a16="http://schemas.microsoft.com/office/drawing/2014/main" id="{2C129B1C-34F0-2A8F-D0D6-ABBCCC68109C}"/>
              </a:ext>
            </a:extLst>
          </p:cNvPr>
          <p:cNvSpPr/>
          <p:nvPr/>
        </p:nvSpPr>
        <p:spPr>
          <a:xfrm>
            <a:off x="3384437" y="1546002"/>
            <a:ext cx="1649943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50800" dist="38100" dir="16200000" rotWithShape="0">
              <a:srgbClr val="0070C0">
                <a:alpha val="4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fr-FR" sz="1000" b="1" dirty="0" err="1">
                <a:solidFill>
                  <a:srgbClr val="FFFFFF"/>
                </a:solidFill>
                <a:latin typeface="Consolas" pitchFamily="34" charset="0"/>
              </a:rPr>
              <a:t>route_need_wikipedia</a:t>
            </a:r>
            <a:r>
              <a:rPr lang="fr-FR" sz="1000" b="1" dirty="0">
                <a:solidFill>
                  <a:srgbClr val="FFFFFF"/>
                </a:solidFill>
                <a:latin typeface="Consolas" pitchFamily="34" charset="0"/>
              </a:rPr>
              <a:t>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1FC44E7-B45E-B671-BB74-47C21C5FA29C}"/>
              </a:ext>
            </a:extLst>
          </p:cNvPr>
          <p:cNvSpPr/>
          <p:nvPr/>
        </p:nvSpPr>
        <p:spPr>
          <a:xfrm>
            <a:off x="4352289" y="1860421"/>
            <a:ext cx="2588455" cy="150221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73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DC5CF-0CA5-D23C-13B5-6777D293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45E523D1-B7E8-4494-47FE-C5173F711F54}"/>
              </a:ext>
            </a:extLst>
          </p:cNvPr>
          <p:cNvSpPr/>
          <p:nvPr/>
        </p:nvSpPr>
        <p:spPr>
          <a:xfrm>
            <a:off x="457200" y="274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Agent Wiki</a:t>
            </a:r>
            <a:endParaRPr lang="en-US" sz="2400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BC59D7E-3B50-FB8D-8D8E-13C7181B6128}"/>
              </a:ext>
            </a:extLst>
          </p:cNvPr>
          <p:cNvCxnSpPr>
            <a:cxnSpLocks/>
            <a:stCxn id="26" idx="2"/>
            <a:endCxn id="77" idx="0"/>
          </p:cNvCxnSpPr>
          <p:nvPr/>
        </p:nvCxnSpPr>
        <p:spPr>
          <a:xfrm>
            <a:off x="4392795" y="710327"/>
            <a:ext cx="0" cy="104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0CA60DB4-217A-D292-BE3B-8AFEF056D58F}"/>
              </a:ext>
            </a:extLst>
          </p:cNvPr>
          <p:cNvSpPr txBox="1"/>
          <p:nvPr/>
        </p:nvSpPr>
        <p:spPr>
          <a:xfrm>
            <a:off x="3310365" y="156329"/>
            <a:ext cx="21648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Enrich_id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pPr algn="ctr"/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Sujet + From</a:t>
            </a:r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245BF5C5-DA90-5CFA-820E-5A74C291DC92}"/>
              </a:ext>
            </a:extLst>
          </p:cNvPr>
          <p:cNvSpPr/>
          <p:nvPr/>
        </p:nvSpPr>
        <p:spPr>
          <a:xfrm>
            <a:off x="3426164" y="1292932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wikipedia_search_node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D3222E8-D54C-7C01-CE57-53FBC16FC5CF}"/>
              </a:ext>
            </a:extLst>
          </p:cNvPr>
          <p:cNvSpPr txBox="1"/>
          <p:nvPr/>
        </p:nvSpPr>
        <p:spPr>
          <a:xfrm>
            <a:off x="5151849" y="731520"/>
            <a:ext cx="162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C00000"/>
                </a:solidFill>
              </a:rPr>
              <a:t>Récupération des informations du film</a:t>
            </a:r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F6210633-4D6E-E5DA-184E-39FF1F8E9941}"/>
              </a:ext>
            </a:extLst>
          </p:cNvPr>
          <p:cNvSpPr/>
          <p:nvPr/>
        </p:nvSpPr>
        <p:spPr>
          <a:xfrm>
            <a:off x="3426163" y="1906881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synthesis_node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4A9212FE-17BC-6C11-5185-652E5B9A2CC5}"/>
              </a:ext>
            </a:extLst>
          </p:cNvPr>
          <p:cNvCxnSpPr>
            <a:stCxn id="16" idx="2"/>
            <a:endCxn id="31" idx="0"/>
          </p:cNvCxnSpPr>
          <p:nvPr/>
        </p:nvCxnSpPr>
        <p:spPr>
          <a:xfrm flipH="1">
            <a:off x="4406799" y="1536745"/>
            <a:ext cx="1" cy="37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78AE412C-0623-2A05-B734-850FB97DF9BD}"/>
              </a:ext>
            </a:extLst>
          </p:cNvPr>
          <p:cNvSpPr txBox="1"/>
          <p:nvPr/>
        </p:nvSpPr>
        <p:spPr>
          <a:xfrm>
            <a:off x="4406799" y="1501691"/>
            <a:ext cx="1490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Page_wiki_raw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2403C69-0BBF-62DD-B4E0-0EC1BD36EB16}"/>
              </a:ext>
            </a:extLst>
          </p:cNvPr>
          <p:cNvSpPr txBox="1"/>
          <p:nvPr/>
        </p:nvSpPr>
        <p:spPr>
          <a:xfrm>
            <a:off x="4430198" y="2149609"/>
            <a:ext cx="1490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</a:t>
            </a:r>
            <a:b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data_enriched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7DC494E3-E837-1F7D-CC51-C67483B7E100}"/>
              </a:ext>
            </a:extLst>
          </p:cNvPr>
          <p:cNvSpPr txBox="1"/>
          <p:nvPr/>
        </p:nvSpPr>
        <p:spPr>
          <a:xfrm>
            <a:off x="2788920" y="2448007"/>
            <a:ext cx="872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FROM RAG</a:t>
            </a:r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0B5DA73E-5D6D-D06D-84F5-24C8811C2C9F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4406799" y="2150694"/>
            <a:ext cx="0" cy="406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8B1F178C-7F91-497F-0976-6AFCAB51380B}"/>
              </a:ext>
            </a:extLst>
          </p:cNvPr>
          <p:cNvSpPr/>
          <p:nvPr/>
        </p:nvSpPr>
        <p:spPr>
          <a:xfrm>
            <a:off x="2598476" y="2920188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D83709DE-C621-8C28-57C9-8A4152C8B670}"/>
              </a:ext>
            </a:extLst>
          </p:cNvPr>
          <p:cNvSpPr txBox="1"/>
          <p:nvPr/>
        </p:nvSpPr>
        <p:spPr>
          <a:xfrm>
            <a:off x="906929" y="2968968"/>
            <a:ext cx="1691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END-RAG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63" name="Connecteur : en angle 62">
            <a:extLst>
              <a:ext uri="{FF2B5EF4-FFF2-40B4-BE49-F238E27FC236}">
                <a16:creationId xmlns:a16="http://schemas.microsoft.com/office/drawing/2014/main" id="{75380472-E2DD-9555-6D1B-683F1F7B6D2E}"/>
              </a:ext>
            </a:extLst>
          </p:cNvPr>
          <p:cNvCxnSpPr>
            <a:cxnSpLocks/>
            <a:stCxn id="73" idx="1"/>
            <a:endCxn id="57" idx="0"/>
          </p:cNvCxnSpPr>
          <p:nvPr/>
        </p:nvCxnSpPr>
        <p:spPr>
          <a:xfrm rot="10800000" flipV="1">
            <a:off x="2769164" y="2721568"/>
            <a:ext cx="812664" cy="1986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lipse 65">
            <a:extLst>
              <a:ext uri="{FF2B5EF4-FFF2-40B4-BE49-F238E27FC236}">
                <a16:creationId xmlns:a16="http://schemas.microsoft.com/office/drawing/2014/main" id="{72906AD6-C5A3-2DC1-66A0-C6A7BB897CF5}"/>
              </a:ext>
            </a:extLst>
          </p:cNvPr>
          <p:cNvSpPr/>
          <p:nvPr/>
        </p:nvSpPr>
        <p:spPr>
          <a:xfrm>
            <a:off x="5467674" y="2982444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B92A4F41-D851-7951-EC19-D3D4612B7C6E}"/>
              </a:ext>
            </a:extLst>
          </p:cNvPr>
          <p:cNvSpPr txBox="1"/>
          <p:nvPr/>
        </p:nvSpPr>
        <p:spPr>
          <a:xfrm>
            <a:off x="3797682" y="2968968"/>
            <a:ext cx="1691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Agent </a:t>
            </a:r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Narrateur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70" name="Connecteur : en angle 69">
            <a:extLst>
              <a:ext uri="{FF2B5EF4-FFF2-40B4-BE49-F238E27FC236}">
                <a16:creationId xmlns:a16="http://schemas.microsoft.com/office/drawing/2014/main" id="{9D3F090F-D40B-A23F-D989-2C399A2B6BE8}"/>
              </a:ext>
            </a:extLst>
          </p:cNvPr>
          <p:cNvCxnSpPr>
            <a:cxnSpLocks/>
            <a:stCxn id="73" idx="3"/>
            <a:endCxn id="66" idx="0"/>
          </p:cNvCxnSpPr>
          <p:nvPr/>
        </p:nvCxnSpPr>
        <p:spPr>
          <a:xfrm>
            <a:off x="5231771" y="2721568"/>
            <a:ext cx="406591" cy="2608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Shape 18">
            <a:extLst>
              <a:ext uri="{FF2B5EF4-FFF2-40B4-BE49-F238E27FC236}">
                <a16:creationId xmlns:a16="http://schemas.microsoft.com/office/drawing/2014/main" id="{995F79FB-2A17-0B66-BA02-8D606922ABE8}"/>
              </a:ext>
            </a:extLst>
          </p:cNvPr>
          <p:cNvSpPr/>
          <p:nvPr/>
        </p:nvSpPr>
        <p:spPr>
          <a:xfrm>
            <a:off x="3581828" y="2599661"/>
            <a:ext cx="1649943" cy="243813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/>
          <a:effectLst>
            <a:outerShdw blurRad="50800" dist="38100" dir="16200000" rotWithShape="0">
              <a:srgbClr val="0070C0">
                <a:alpha val="4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fr-FR" sz="1000" b="1" dirty="0" err="1">
                <a:solidFill>
                  <a:srgbClr val="FFFFFF"/>
                </a:solidFill>
                <a:latin typeface="Consolas" pitchFamily="34" charset="0"/>
              </a:rPr>
              <a:t>route_return_wiki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32D8A291-B1CF-70CB-F1D8-647666C7DB64}"/>
              </a:ext>
            </a:extLst>
          </p:cNvPr>
          <p:cNvSpPr/>
          <p:nvPr/>
        </p:nvSpPr>
        <p:spPr>
          <a:xfrm>
            <a:off x="3661275" y="815228"/>
            <a:ext cx="1463040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fr-FR" sz="1000" b="1" dirty="0" err="1">
                <a:solidFill>
                  <a:srgbClr val="FFFFFF"/>
                </a:solidFill>
                <a:latin typeface="Consolas" pitchFamily="34" charset="0"/>
              </a:rPr>
              <a:t>Load_film_node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D1598D96-7499-D7E7-FAD1-DB3D97998962}"/>
              </a:ext>
            </a:extLst>
          </p:cNvPr>
          <p:cNvSpPr txBox="1"/>
          <p:nvPr/>
        </p:nvSpPr>
        <p:spPr>
          <a:xfrm>
            <a:off x="5387435" y="1819137"/>
            <a:ext cx="162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C00000"/>
                </a:solidFill>
              </a:rPr>
              <a:t>Récupération des informations du film</a:t>
            </a:r>
          </a:p>
        </p:txBody>
      </p: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9AC2AA9D-8B0E-F4DF-6F51-E72B77AD47AF}"/>
              </a:ext>
            </a:extLst>
          </p:cNvPr>
          <p:cNvCxnSpPr>
            <a:stCxn id="77" idx="2"/>
            <a:endCxn id="16" idx="0"/>
          </p:cNvCxnSpPr>
          <p:nvPr/>
        </p:nvCxnSpPr>
        <p:spPr>
          <a:xfrm>
            <a:off x="4392795" y="1059041"/>
            <a:ext cx="14005" cy="233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1FB1E1FA-00E0-6030-4D96-73C39D09A5D8}"/>
              </a:ext>
            </a:extLst>
          </p:cNvPr>
          <p:cNvSpPr/>
          <p:nvPr/>
        </p:nvSpPr>
        <p:spPr>
          <a:xfrm>
            <a:off x="3120366" y="706526"/>
            <a:ext cx="2588455" cy="167366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88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4F3B0-7322-E29D-017C-BA8D69AB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98894803-5A62-8D86-75C1-A85794B46E0E}"/>
              </a:ext>
            </a:extLst>
          </p:cNvPr>
          <p:cNvSpPr/>
          <p:nvPr/>
        </p:nvSpPr>
        <p:spPr>
          <a:xfrm>
            <a:off x="457200" y="274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Agent </a:t>
            </a:r>
            <a:r>
              <a:rPr lang="en-US" sz="2400" b="1" dirty="0" err="1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Narrateur</a:t>
            </a:r>
            <a:endParaRPr lang="en-US" sz="2400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46A1C2C-182C-4B18-74F8-D4835304A2D2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4385245" y="2074921"/>
            <a:ext cx="0" cy="289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5DE012B5-3287-CFC6-3E5D-0494CCCACE87}"/>
              </a:ext>
            </a:extLst>
          </p:cNvPr>
          <p:cNvSpPr txBox="1"/>
          <p:nvPr/>
        </p:nvSpPr>
        <p:spPr>
          <a:xfrm>
            <a:off x="3302815" y="1213147"/>
            <a:ext cx="216485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user_query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pPr algn="ct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retrieved_movies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pPr algn="ct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data_enriched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last_displayed_movies_id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</a:t>
            </a:r>
          </a:p>
          <a:p>
            <a:pPr algn="ctr"/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CC152A2F-07ED-DAC1-D7A4-4C16C07535BD}"/>
              </a:ext>
            </a:extLst>
          </p:cNvPr>
          <p:cNvSpPr/>
          <p:nvPr/>
        </p:nvSpPr>
        <p:spPr>
          <a:xfrm>
            <a:off x="3404608" y="2363751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Generation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2D4C79AA-9A73-04ED-AA98-2929E4A232FA}"/>
              </a:ext>
            </a:extLst>
          </p:cNvPr>
          <p:cNvSpPr/>
          <p:nvPr/>
        </p:nvSpPr>
        <p:spPr>
          <a:xfrm>
            <a:off x="3404609" y="2814788"/>
            <a:ext cx="1961272" cy="243813"/>
          </a:xfrm>
          <a:prstGeom prst="roundRect">
            <a:avLst>
              <a:gd name="adj" fmla="val 16000"/>
            </a:avLst>
          </a:prstGeom>
          <a:solidFill>
            <a:srgbClr val="FF4757"/>
          </a:solidFill>
          <a:ln/>
          <a:effectLst>
            <a:outerShdw blurRad="114300" dist="50800" dir="16200000" algn="bl" rotWithShape="0">
              <a:srgbClr val="FF4757">
                <a:alpha val="30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onsolas" pitchFamily="34" charset="0"/>
              </a:rPr>
              <a:t>Save_messages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0E217AFE-CBDA-AC39-CA32-751F2A702E07}"/>
              </a:ext>
            </a:extLst>
          </p:cNvPr>
          <p:cNvCxnSpPr>
            <a:cxnSpLocks/>
            <a:stCxn id="17" idx="2"/>
            <a:endCxn id="39" idx="0"/>
          </p:cNvCxnSpPr>
          <p:nvPr/>
        </p:nvCxnSpPr>
        <p:spPr>
          <a:xfrm>
            <a:off x="4385244" y="2607564"/>
            <a:ext cx="1" cy="207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lipse 43">
            <a:extLst>
              <a:ext uri="{FF2B5EF4-FFF2-40B4-BE49-F238E27FC236}">
                <a16:creationId xmlns:a16="http://schemas.microsoft.com/office/drawing/2014/main" id="{BF357533-B737-D298-AFE7-609E62C93B5D}"/>
              </a:ext>
            </a:extLst>
          </p:cNvPr>
          <p:cNvSpPr/>
          <p:nvPr/>
        </p:nvSpPr>
        <p:spPr>
          <a:xfrm>
            <a:off x="4214556" y="3289902"/>
            <a:ext cx="341376" cy="34137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2FD79DE6-2D10-843D-BB8D-A4DC3B5F62B4}"/>
              </a:ext>
            </a:extLst>
          </p:cNvPr>
          <p:cNvSpPr txBox="1"/>
          <p:nvPr/>
        </p:nvSpPr>
        <p:spPr>
          <a:xfrm>
            <a:off x="2544564" y="3276426"/>
            <a:ext cx="1691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  <a:latin typeface="Consolas" pitchFamily="34" charset="0"/>
              </a:rPr>
              <a:t>Vers Message</a:t>
            </a:r>
            <a:endParaRPr lang="fr-FR" sz="100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BAC9C860-E4AE-0BF7-9DD8-33316A01137F}"/>
              </a:ext>
            </a:extLst>
          </p:cNvPr>
          <p:cNvCxnSpPr>
            <a:stCxn id="39" idx="2"/>
            <a:endCxn id="44" idx="0"/>
          </p:cNvCxnSpPr>
          <p:nvPr/>
        </p:nvCxnSpPr>
        <p:spPr>
          <a:xfrm flipH="1">
            <a:off x="4385244" y="3058601"/>
            <a:ext cx="1" cy="231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DC86175-81A7-C2A3-CB76-166A0FFE7231}"/>
              </a:ext>
            </a:extLst>
          </p:cNvPr>
          <p:cNvSpPr/>
          <p:nvPr/>
        </p:nvSpPr>
        <p:spPr>
          <a:xfrm>
            <a:off x="3091016" y="2187526"/>
            <a:ext cx="2588455" cy="9867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27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5124</TotalTime>
  <Words>855</Words>
  <Application>Microsoft Office PowerPoint</Application>
  <PresentationFormat>Affichage à l'écran (16:9)</PresentationFormat>
  <Paragraphs>179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HorRAGor — Présentation de projet</dc:title>
  <dc:subject>PptxGenJS Presentation</dc:subject>
  <dc:creator>HorRAGor</dc:creator>
  <cp:lastModifiedBy>Lionel JOURDHIER</cp:lastModifiedBy>
  <cp:revision>7</cp:revision>
  <cp:lastPrinted>2026-07-10T13:19:25Z</cp:lastPrinted>
  <dcterms:created xsi:type="dcterms:W3CDTF">2026-07-05T08:40:31Z</dcterms:created>
  <dcterms:modified xsi:type="dcterms:W3CDTF">2026-07-11T20:46:38Z</dcterms:modified>
</cp:coreProperties>
</file>